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21"/>
  </p:notesMasterIdLst>
  <p:sldIdLst>
    <p:sldId id="280" r:id="rId2"/>
    <p:sldId id="257" r:id="rId3"/>
    <p:sldId id="256" r:id="rId4"/>
    <p:sldId id="258" r:id="rId5"/>
    <p:sldId id="260" r:id="rId6"/>
    <p:sldId id="259" r:id="rId7"/>
    <p:sldId id="261" r:id="rId8"/>
    <p:sldId id="265" r:id="rId9"/>
    <p:sldId id="267" r:id="rId10"/>
    <p:sldId id="268" r:id="rId11"/>
    <p:sldId id="269" r:id="rId12"/>
    <p:sldId id="272" r:id="rId13"/>
    <p:sldId id="266" r:id="rId14"/>
    <p:sldId id="273" r:id="rId15"/>
    <p:sldId id="274" r:id="rId16"/>
    <p:sldId id="275" r:id="rId17"/>
    <p:sldId id="271" r:id="rId18"/>
    <p:sldId id="277" r:id="rId19"/>
    <p:sldId id="27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AD KHAN" userId="be12c95f7d6a9a38" providerId="LiveId" clId="{67E7CF59-C710-4E12-AED3-2F4D9779698B}"/>
    <pc:docChg chg="undo custSel addSld delSld modSld sldOrd">
      <pc:chgData name="ASAD KHAN" userId="be12c95f7d6a9a38" providerId="LiveId" clId="{67E7CF59-C710-4E12-AED3-2F4D9779698B}" dt="2026-08-30T19:02:25.829" v="678" actId="478"/>
      <pc:docMkLst>
        <pc:docMk/>
      </pc:docMkLst>
      <pc:sldChg chg="addSp modSp mod">
        <pc:chgData name="ASAD KHAN" userId="be12c95f7d6a9a38" providerId="LiveId" clId="{67E7CF59-C710-4E12-AED3-2F4D9779698B}" dt="2026-08-30T18:57:19.366" v="619" actId="20577"/>
        <pc:sldMkLst>
          <pc:docMk/>
          <pc:sldMk cId="0" sldId="256"/>
        </pc:sldMkLst>
        <pc:spChg chg="mod">
          <ac:chgData name="ASAD KHAN" userId="be12c95f7d6a9a38" providerId="LiveId" clId="{67E7CF59-C710-4E12-AED3-2F4D9779698B}" dt="2026-08-30T18:57:19.366" v="619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ASAD KHAN" userId="be12c95f7d6a9a38" providerId="LiveId" clId="{67E7CF59-C710-4E12-AED3-2F4D9779698B}" dt="2026-08-30T18:42:18.219" v="457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ASAD KHAN" userId="be12c95f7d6a9a38" providerId="LiveId" clId="{67E7CF59-C710-4E12-AED3-2F4D9779698B}" dt="2026-08-30T18:41:33.532" v="453" actId="2711"/>
          <ac:spMkLst>
            <pc:docMk/>
            <pc:sldMk cId="0" sldId="256"/>
            <ac:spMk id="4" creationId="{00000000-0000-0000-0000-000000000000}"/>
          </ac:spMkLst>
        </pc:spChg>
        <pc:spChg chg="mod">
          <ac:chgData name="ASAD KHAN" userId="be12c95f7d6a9a38" providerId="LiveId" clId="{67E7CF59-C710-4E12-AED3-2F4D9779698B}" dt="2026-08-30T18:41:33.532" v="453" actId="2711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ASAD KHAN" userId="be12c95f7d6a9a38" providerId="LiveId" clId="{67E7CF59-C710-4E12-AED3-2F4D9779698B}" dt="2026-08-30T18:42:09.857" v="455" actId="1076"/>
          <ac:spMkLst>
            <pc:docMk/>
            <pc:sldMk cId="0" sldId="256"/>
            <ac:spMk id="7" creationId="{604A4C37-B1D0-30F4-FFA4-0687A1DE32D5}"/>
          </ac:spMkLst>
        </pc:spChg>
      </pc:sldChg>
      <pc:sldChg chg="modSp add mod setBg">
        <pc:chgData name="ASAD KHAN" userId="be12c95f7d6a9a38" providerId="LiveId" clId="{67E7CF59-C710-4E12-AED3-2F4D9779698B}" dt="2026-08-30T18:58:07.234" v="628" actId="20577"/>
        <pc:sldMkLst>
          <pc:docMk/>
          <pc:sldMk cId="0" sldId="257"/>
        </pc:sldMkLst>
        <pc:spChg chg="mod">
          <ac:chgData name="ASAD KHAN" userId="be12c95f7d6a9a38" providerId="LiveId" clId="{67E7CF59-C710-4E12-AED3-2F4D9779698B}" dt="2026-08-30T18:41:21.778" v="452" actId="2711"/>
          <ac:spMkLst>
            <pc:docMk/>
            <pc:sldMk cId="0" sldId="257"/>
            <ac:spMk id="93" creationId="{00000000-0000-0000-0000-000000000000}"/>
          </ac:spMkLst>
        </pc:spChg>
        <pc:spChg chg="mod">
          <ac:chgData name="ASAD KHAN" userId="be12c95f7d6a9a38" providerId="LiveId" clId="{67E7CF59-C710-4E12-AED3-2F4D9779698B}" dt="2026-08-30T18:41:21.778" v="452" actId="2711"/>
          <ac:spMkLst>
            <pc:docMk/>
            <pc:sldMk cId="0" sldId="257"/>
            <ac:spMk id="95" creationId="{00000000-0000-0000-0000-000000000000}"/>
          </ac:spMkLst>
        </pc:spChg>
        <pc:spChg chg="mod">
          <ac:chgData name="ASAD KHAN" userId="be12c95f7d6a9a38" providerId="LiveId" clId="{67E7CF59-C710-4E12-AED3-2F4D9779698B}" dt="2026-08-30T18:58:07.234" v="628" actId="20577"/>
          <ac:spMkLst>
            <pc:docMk/>
            <pc:sldMk cId="0" sldId="257"/>
            <ac:spMk id="99" creationId="{00000000-0000-0000-0000-000000000000}"/>
          </ac:spMkLst>
        </pc:spChg>
        <pc:spChg chg="mod">
          <ac:chgData name="ASAD KHAN" userId="be12c95f7d6a9a38" providerId="LiveId" clId="{67E7CF59-C710-4E12-AED3-2F4D9779698B}" dt="2026-08-30T18:41:21.778" v="452" actId="2711"/>
          <ac:spMkLst>
            <pc:docMk/>
            <pc:sldMk cId="0" sldId="257"/>
            <ac:spMk id="100" creationId="{00000000-0000-0000-0000-000000000000}"/>
          </ac:spMkLst>
        </pc:spChg>
        <pc:spChg chg="mod">
          <ac:chgData name="ASAD KHAN" userId="be12c95f7d6a9a38" providerId="LiveId" clId="{67E7CF59-C710-4E12-AED3-2F4D9779698B}" dt="2026-08-30T18:41:21.778" v="452" actId="2711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ASAD KHAN" userId="be12c95f7d6a9a38" providerId="LiveId" clId="{67E7CF59-C710-4E12-AED3-2F4D9779698B}" dt="2026-08-30T18:41:21.778" v="452" actId="2711"/>
          <ac:spMkLst>
            <pc:docMk/>
            <pc:sldMk cId="0" sldId="257"/>
            <ac:spMk id="106" creationId="{00000000-0000-0000-0000-000000000000}"/>
          </ac:spMkLst>
        </pc:spChg>
        <pc:spChg chg="mod">
          <ac:chgData name="ASAD KHAN" userId="be12c95f7d6a9a38" providerId="LiveId" clId="{67E7CF59-C710-4E12-AED3-2F4D9779698B}" dt="2026-08-30T18:41:21.778" v="452" actId="2711"/>
          <ac:spMkLst>
            <pc:docMk/>
            <pc:sldMk cId="0" sldId="257"/>
            <ac:spMk id="107" creationId="{00000000-0000-0000-0000-000000000000}"/>
          </ac:spMkLst>
        </pc:spChg>
        <pc:spChg chg="mod">
          <ac:chgData name="ASAD KHAN" userId="be12c95f7d6a9a38" providerId="LiveId" clId="{67E7CF59-C710-4E12-AED3-2F4D9779698B}" dt="2026-08-30T18:41:21.778" v="452" actId="2711"/>
          <ac:spMkLst>
            <pc:docMk/>
            <pc:sldMk cId="0" sldId="257"/>
            <ac:spMk id="109" creationId="{00000000-0000-0000-0000-000000000000}"/>
          </ac:spMkLst>
        </pc:spChg>
        <pc:spChg chg="mod">
          <ac:chgData name="ASAD KHAN" userId="be12c95f7d6a9a38" providerId="LiveId" clId="{67E7CF59-C710-4E12-AED3-2F4D9779698B}" dt="2026-08-30T18:41:21.778" v="452" actId="2711"/>
          <ac:spMkLst>
            <pc:docMk/>
            <pc:sldMk cId="0" sldId="257"/>
            <ac:spMk id="116" creationId="{00000000-0000-0000-0000-000000000000}"/>
          </ac:spMkLst>
        </pc:spChg>
        <pc:spChg chg="mod">
          <ac:chgData name="ASAD KHAN" userId="be12c95f7d6a9a38" providerId="LiveId" clId="{67E7CF59-C710-4E12-AED3-2F4D9779698B}" dt="2026-08-30T18:41:21.778" v="452" actId="2711"/>
          <ac:spMkLst>
            <pc:docMk/>
            <pc:sldMk cId="0" sldId="257"/>
            <ac:spMk id="117" creationId="{00000000-0000-0000-0000-000000000000}"/>
          </ac:spMkLst>
        </pc:spChg>
      </pc:sldChg>
      <pc:sldChg chg="delSp modSp mod">
        <pc:chgData name="ASAD KHAN" userId="be12c95f7d6a9a38" providerId="LiveId" clId="{67E7CF59-C710-4E12-AED3-2F4D9779698B}" dt="2026-08-30T18:57:34.847" v="624"/>
        <pc:sldMkLst>
          <pc:docMk/>
          <pc:sldMk cId="0" sldId="258"/>
        </pc:sldMkLst>
        <pc:spChg chg="mod">
          <ac:chgData name="ASAD KHAN" userId="be12c95f7d6a9a38" providerId="LiveId" clId="{67E7CF59-C710-4E12-AED3-2F4D9779698B}" dt="2026-08-30T18:57:34.847" v="624"/>
          <ac:spMkLst>
            <pc:docMk/>
            <pc:sldMk cId="0" sldId="258"/>
            <ac:spMk id="2" creationId="{00000000-0000-0000-0000-000000000000}"/>
          </ac:spMkLst>
        </pc:spChg>
        <pc:spChg chg="mod">
          <ac:chgData name="ASAD KHAN" userId="be12c95f7d6a9a38" providerId="LiveId" clId="{67E7CF59-C710-4E12-AED3-2F4D9779698B}" dt="2026-08-30T18:42:31.946" v="458" actId="2711"/>
          <ac:spMkLst>
            <pc:docMk/>
            <pc:sldMk cId="0" sldId="258"/>
            <ac:spMk id="3" creationId="{00000000-0000-0000-0000-000000000000}"/>
          </ac:spMkLst>
        </pc:spChg>
        <pc:spChg chg="mod">
          <ac:chgData name="ASAD KHAN" userId="be12c95f7d6a9a38" providerId="LiveId" clId="{67E7CF59-C710-4E12-AED3-2F4D9779698B}" dt="2026-08-30T18:42:31.946" v="458" actId="2711"/>
          <ac:spMkLst>
            <pc:docMk/>
            <pc:sldMk cId="0" sldId="258"/>
            <ac:spMk id="4" creationId="{00000000-0000-0000-0000-000000000000}"/>
          </ac:spMkLst>
        </pc:spChg>
        <pc:spChg chg="mod">
          <ac:chgData name="ASAD KHAN" userId="be12c95f7d6a9a38" providerId="LiveId" clId="{67E7CF59-C710-4E12-AED3-2F4D9779698B}" dt="2026-08-30T18:46:37.399" v="484" actId="108"/>
          <ac:spMkLst>
            <pc:docMk/>
            <pc:sldMk cId="0" sldId="258"/>
            <ac:spMk id="5" creationId="{00000000-0000-0000-0000-000000000000}"/>
          </ac:spMkLst>
        </pc:spChg>
        <pc:spChg chg="mod">
          <ac:chgData name="ASAD KHAN" userId="be12c95f7d6a9a38" providerId="LiveId" clId="{67E7CF59-C710-4E12-AED3-2F4D9779698B}" dt="2026-08-30T18:42:31.946" v="458" actId="2711"/>
          <ac:spMkLst>
            <pc:docMk/>
            <pc:sldMk cId="0" sldId="258"/>
            <ac:spMk id="6" creationId="{00000000-0000-0000-0000-000000000000}"/>
          </ac:spMkLst>
        </pc:spChg>
        <pc:spChg chg="mod">
          <ac:chgData name="ASAD KHAN" userId="be12c95f7d6a9a38" providerId="LiveId" clId="{67E7CF59-C710-4E12-AED3-2F4D9779698B}" dt="2026-08-30T18:46:47.125" v="485" actId="108"/>
          <ac:spMkLst>
            <pc:docMk/>
            <pc:sldMk cId="0" sldId="258"/>
            <ac:spMk id="7" creationId="{00000000-0000-0000-0000-000000000000}"/>
          </ac:spMkLst>
        </pc:spChg>
        <pc:spChg chg="mod">
          <ac:chgData name="ASAD KHAN" userId="be12c95f7d6a9a38" providerId="LiveId" clId="{67E7CF59-C710-4E12-AED3-2F4D9779698B}" dt="2026-08-30T18:42:31.946" v="458" actId="2711"/>
          <ac:spMkLst>
            <pc:docMk/>
            <pc:sldMk cId="0" sldId="258"/>
            <ac:spMk id="8" creationId="{00000000-0000-0000-0000-000000000000}"/>
          </ac:spMkLst>
        </pc:spChg>
        <pc:spChg chg="mod">
          <ac:chgData name="ASAD KHAN" userId="be12c95f7d6a9a38" providerId="LiveId" clId="{67E7CF59-C710-4E12-AED3-2F4D9779698B}" dt="2026-08-30T18:47:07.125" v="488" actId="207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45:49.060" v="480" actId="47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SAD KHAN" userId="be12c95f7d6a9a38" providerId="LiveId" clId="{67E7CF59-C710-4E12-AED3-2F4D9779698B}" dt="2026-08-30T18:46:09.149" v="481" actId="20577"/>
          <ac:spMkLst>
            <pc:docMk/>
            <pc:sldMk cId="0" sldId="258"/>
            <ac:spMk id="11" creationId="{00000000-0000-0000-0000-000000000000}"/>
          </ac:spMkLst>
        </pc:spChg>
      </pc:sldChg>
      <pc:sldChg chg="addSp delSp modSp mod">
        <pc:chgData name="ASAD KHAN" userId="be12c95f7d6a9a38" providerId="LiveId" clId="{67E7CF59-C710-4E12-AED3-2F4D9779698B}" dt="2026-08-30T19:00:08.306" v="647"/>
        <pc:sldMkLst>
          <pc:docMk/>
          <pc:sldMk cId="326916368" sldId="259"/>
        </pc:sldMkLst>
        <pc:spChg chg="add del mod">
          <ac:chgData name="ASAD KHAN" userId="be12c95f7d6a9a38" providerId="LiveId" clId="{67E7CF59-C710-4E12-AED3-2F4D9779698B}" dt="2026-08-30T16:41:34.506" v="12" actId="478"/>
          <ac:spMkLst>
            <pc:docMk/>
            <pc:sldMk cId="326916368" sldId="259"/>
            <ac:spMk id="4" creationId="{2A09D864-2A6F-0AEA-56F6-AC7579701049}"/>
          </ac:spMkLst>
        </pc:spChg>
        <pc:spChg chg="add mod">
          <ac:chgData name="ASAD KHAN" userId="be12c95f7d6a9a38" providerId="LiveId" clId="{67E7CF59-C710-4E12-AED3-2F4D9779698B}" dt="2026-08-30T19:00:08.306" v="647"/>
          <ac:spMkLst>
            <pc:docMk/>
            <pc:sldMk cId="326916368" sldId="259"/>
            <ac:spMk id="6" creationId="{7D158489-8C94-B522-AAB9-BB12346B5D64}"/>
          </ac:spMkLst>
        </pc:spChg>
        <pc:graphicFrameChg chg="add mod modGraphic">
          <ac:chgData name="ASAD KHAN" userId="be12c95f7d6a9a38" providerId="LiveId" clId="{67E7CF59-C710-4E12-AED3-2F4D9779698B}" dt="2026-08-30T16:44:38.022" v="41"/>
          <ac:graphicFrameMkLst>
            <pc:docMk/>
            <pc:sldMk cId="326916368" sldId="259"/>
            <ac:graphicFrameMk id="2" creationId="{9BD75A6E-61B1-D3CF-6C75-20B830813C5D}"/>
          </ac:graphicFrameMkLst>
        </pc:graphicFrameChg>
      </pc:sldChg>
      <pc:sldChg chg="delSp modSp mod">
        <pc:chgData name="ASAD KHAN" userId="be12c95f7d6a9a38" providerId="LiveId" clId="{67E7CF59-C710-4E12-AED3-2F4D9779698B}" dt="2026-08-30T18:59:44.791" v="642" actId="948"/>
        <pc:sldMkLst>
          <pc:docMk/>
          <pc:sldMk cId="0" sldId="260"/>
        </pc:sldMkLst>
        <pc:spChg chg="mod">
          <ac:chgData name="ASAD KHAN" userId="be12c95f7d6a9a38" providerId="LiveId" clId="{67E7CF59-C710-4E12-AED3-2F4D9779698B}" dt="2026-08-30T18:59:44.791" v="642" actId="948"/>
          <ac:spMkLst>
            <pc:docMk/>
            <pc:sldMk cId="0" sldId="260"/>
            <ac:spMk id="2" creationId="{00000000-0000-0000-0000-000000000000}"/>
          </ac:spMkLst>
        </pc:spChg>
        <pc:spChg chg="mod">
          <ac:chgData name="ASAD KHAN" userId="be12c95f7d6a9a38" providerId="LiveId" clId="{67E7CF59-C710-4E12-AED3-2F4D9779698B}" dt="2026-08-30T18:48:21.509" v="494"/>
          <ac:spMkLst>
            <pc:docMk/>
            <pc:sldMk cId="0" sldId="260"/>
            <ac:spMk id="3" creationId="{00000000-0000-0000-0000-000000000000}"/>
          </ac:spMkLst>
        </pc:spChg>
        <pc:spChg chg="mod">
          <ac:chgData name="ASAD KHAN" userId="be12c95f7d6a9a38" providerId="LiveId" clId="{67E7CF59-C710-4E12-AED3-2F4D9779698B}" dt="2026-08-30T18:48:16.769" v="492" actId="2711"/>
          <ac:spMkLst>
            <pc:docMk/>
            <pc:sldMk cId="0" sldId="260"/>
            <ac:spMk id="4" creationId="{00000000-0000-0000-0000-000000000000}"/>
          </ac:spMkLst>
        </pc:spChg>
        <pc:spChg chg="mod">
          <ac:chgData name="ASAD KHAN" userId="be12c95f7d6a9a38" providerId="LiveId" clId="{67E7CF59-C710-4E12-AED3-2F4D9779698B}" dt="2026-08-30T18:48:27.864" v="496"/>
          <ac:spMkLst>
            <pc:docMk/>
            <pc:sldMk cId="0" sldId="260"/>
            <ac:spMk id="5" creationId="{00000000-0000-0000-0000-000000000000}"/>
          </ac:spMkLst>
        </pc:spChg>
        <pc:spChg chg="mod">
          <ac:chgData name="ASAD KHAN" userId="be12c95f7d6a9a38" providerId="LiveId" clId="{67E7CF59-C710-4E12-AED3-2F4D9779698B}" dt="2026-08-30T18:48:16.769" v="492" actId="2711"/>
          <ac:spMkLst>
            <pc:docMk/>
            <pc:sldMk cId="0" sldId="260"/>
            <ac:spMk id="6" creationId="{00000000-0000-0000-0000-000000000000}"/>
          </ac:spMkLst>
        </pc:spChg>
        <pc:spChg chg="mod">
          <ac:chgData name="ASAD KHAN" userId="be12c95f7d6a9a38" providerId="LiveId" clId="{67E7CF59-C710-4E12-AED3-2F4D9779698B}" dt="2026-08-30T18:48:35.160" v="498"/>
          <ac:spMkLst>
            <pc:docMk/>
            <pc:sldMk cId="0" sldId="260"/>
            <ac:spMk id="7" creationId="{00000000-0000-0000-0000-000000000000}"/>
          </ac:spMkLst>
        </pc:spChg>
        <pc:spChg chg="mod">
          <ac:chgData name="ASAD KHAN" userId="be12c95f7d6a9a38" providerId="LiveId" clId="{67E7CF59-C710-4E12-AED3-2F4D9779698B}" dt="2026-08-30T18:48:16.769" v="492" actId="2711"/>
          <ac:spMkLst>
            <pc:docMk/>
            <pc:sldMk cId="0" sldId="260"/>
            <ac:spMk id="8" creationId="{00000000-0000-0000-0000-000000000000}"/>
          </ac:spMkLst>
        </pc:spChg>
        <pc:spChg chg="mod">
          <ac:chgData name="ASAD KHAN" userId="be12c95f7d6a9a38" providerId="LiveId" clId="{67E7CF59-C710-4E12-AED3-2F4D9779698B}" dt="2026-08-30T18:48:40.017" v="500"/>
          <ac:spMkLst>
            <pc:docMk/>
            <pc:sldMk cId="0" sldId="260"/>
            <ac:spMk id="9" creationId="{00000000-0000-0000-0000-000000000000}"/>
          </ac:spMkLst>
        </pc:spChg>
        <pc:spChg chg="del">
          <ac:chgData name="ASAD KHAN" userId="be12c95f7d6a9a38" providerId="LiveId" clId="{67E7CF59-C710-4E12-AED3-2F4D9779698B}" dt="2026-08-30T18:46:12.754" v="482" actId="47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SAD KHAN" userId="be12c95f7d6a9a38" providerId="LiveId" clId="{67E7CF59-C710-4E12-AED3-2F4D9779698B}" dt="2026-08-30T18:48:16.769" v="492" actId="2711"/>
          <ac:spMkLst>
            <pc:docMk/>
            <pc:sldMk cId="0" sldId="260"/>
            <ac:spMk id="11" creationId="{00000000-0000-0000-0000-000000000000}"/>
          </ac:spMkLst>
        </pc:spChg>
      </pc:sldChg>
      <pc:sldChg chg="addSp delSp modSp new mod">
        <pc:chgData name="ASAD KHAN" userId="be12c95f7d6a9a38" providerId="LiveId" clId="{67E7CF59-C710-4E12-AED3-2F4D9779698B}" dt="2026-08-30T19:00:13.656" v="650" actId="20577"/>
        <pc:sldMkLst>
          <pc:docMk/>
          <pc:sldMk cId="162338848" sldId="261"/>
        </pc:sldMkLst>
        <pc:spChg chg="add del mod">
          <ac:chgData name="ASAD KHAN" userId="be12c95f7d6a9a38" providerId="LiveId" clId="{67E7CF59-C710-4E12-AED3-2F4D9779698B}" dt="2026-08-30T16:44:08.096" v="36" actId="478"/>
          <ac:spMkLst>
            <pc:docMk/>
            <pc:sldMk cId="162338848" sldId="261"/>
            <ac:spMk id="4" creationId="{598997D9-BACC-0835-1789-BE8CEE3B5B5E}"/>
          </ac:spMkLst>
        </pc:spChg>
        <pc:spChg chg="add mod">
          <ac:chgData name="ASAD KHAN" userId="be12c95f7d6a9a38" providerId="LiveId" clId="{67E7CF59-C710-4E12-AED3-2F4D9779698B}" dt="2026-08-30T19:00:13.656" v="650" actId="20577"/>
          <ac:spMkLst>
            <pc:docMk/>
            <pc:sldMk cId="162338848" sldId="261"/>
            <ac:spMk id="6" creationId="{03040608-B910-03EF-3663-7D2651AA62AF}"/>
          </ac:spMkLst>
        </pc:spChg>
        <pc:graphicFrameChg chg="add mod modGraphic">
          <ac:chgData name="ASAD KHAN" userId="be12c95f7d6a9a38" providerId="LiveId" clId="{67E7CF59-C710-4E12-AED3-2F4D9779698B}" dt="2026-08-30T16:45:18.571" v="48" actId="403"/>
          <ac:graphicFrameMkLst>
            <pc:docMk/>
            <pc:sldMk cId="162338848" sldId="261"/>
            <ac:graphicFrameMk id="2" creationId="{94149055-E978-370F-FBC7-1AA0C5FDB2AD}"/>
          </ac:graphicFrameMkLst>
        </pc:graphicFrameChg>
      </pc:sldChg>
      <pc:sldChg chg="addSp delSp modSp new del mod">
        <pc:chgData name="ASAD KHAN" userId="be12c95f7d6a9a38" providerId="LiveId" clId="{67E7CF59-C710-4E12-AED3-2F4D9779698B}" dt="2026-08-30T16:47:42.929" v="71" actId="47"/>
        <pc:sldMkLst>
          <pc:docMk/>
          <pc:sldMk cId="1987311887" sldId="262"/>
        </pc:sldMkLst>
        <pc:spChg chg="add del mod">
          <ac:chgData name="ASAD KHAN" userId="be12c95f7d6a9a38" providerId="LiveId" clId="{67E7CF59-C710-4E12-AED3-2F4D9779698B}" dt="2026-08-30T16:47:13.452" v="66"/>
          <ac:spMkLst>
            <pc:docMk/>
            <pc:sldMk cId="1987311887" sldId="262"/>
            <ac:spMk id="3" creationId="{9F7302EB-F02A-2FFE-5C3E-11B49A00621B}"/>
          </ac:spMkLst>
        </pc:spChg>
      </pc:sldChg>
      <pc:sldChg chg="new del">
        <pc:chgData name="ASAD KHAN" userId="be12c95f7d6a9a38" providerId="LiveId" clId="{67E7CF59-C710-4E12-AED3-2F4D9779698B}" dt="2026-08-30T16:46:58.197" v="58" actId="47"/>
        <pc:sldMkLst>
          <pc:docMk/>
          <pc:sldMk cId="1755657636" sldId="263"/>
        </pc:sldMkLst>
      </pc:sldChg>
      <pc:sldChg chg="new del">
        <pc:chgData name="ASAD KHAN" userId="be12c95f7d6a9a38" providerId="LiveId" clId="{67E7CF59-C710-4E12-AED3-2F4D9779698B}" dt="2026-08-30T16:46:59.123" v="59" actId="47"/>
        <pc:sldMkLst>
          <pc:docMk/>
          <pc:sldMk cId="1846907449" sldId="264"/>
        </pc:sldMkLst>
      </pc:sldChg>
      <pc:sldChg chg="modSp new mod">
        <pc:chgData name="ASAD KHAN" userId="be12c95f7d6a9a38" providerId="LiveId" clId="{67E7CF59-C710-4E12-AED3-2F4D9779698B}" dt="2026-08-30T19:00:27.709" v="655"/>
        <pc:sldMkLst>
          <pc:docMk/>
          <pc:sldMk cId="2642565958" sldId="265"/>
        </pc:sldMkLst>
        <pc:spChg chg="mod">
          <ac:chgData name="ASAD KHAN" userId="be12c95f7d6a9a38" providerId="LiveId" clId="{67E7CF59-C710-4E12-AED3-2F4D9779698B}" dt="2026-08-30T19:00:27.709" v="655"/>
          <ac:spMkLst>
            <pc:docMk/>
            <pc:sldMk cId="2642565958" sldId="265"/>
            <ac:spMk id="2" creationId="{9D139430-9037-896D-08DA-242B5C9EB7DB}"/>
          </ac:spMkLst>
        </pc:spChg>
        <pc:spChg chg="mod">
          <ac:chgData name="ASAD KHAN" userId="be12c95f7d6a9a38" providerId="LiveId" clId="{67E7CF59-C710-4E12-AED3-2F4D9779698B}" dt="2026-08-30T18:50:27.362" v="511" actId="2711"/>
          <ac:spMkLst>
            <pc:docMk/>
            <pc:sldMk cId="2642565958" sldId="265"/>
            <ac:spMk id="3" creationId="{0AA3DCFC-5313-E39B-B0AE-DBDC7D30C4DF}"/>
          </ac:spMkLst>
        </pc:spChg>
      </pc:sldChg>
      <pc:sldChg chg="addSp delSp modSp add mod ord setBg">
        <pc:chgData name="ASAD KHAN" userId="be12c95f7d6a9a38" providerId="LiveId" clId="{67E7CF59-C710-4E12-AED3-2F4D9779698B}" dt="2026-08-30T19:00:57.383" v="662"/>
        <pc:sldMkLst>
          <pc:docMk/>
          <pc:sldMk cId="0" sldId="266"/>
        </pc:sldMkLst>
        <pc:spChg chg="add del mod">
          <ac:chgData name="ASAD KHAN" userId="be12c95f7d6a9a38" providerId="LiveId" clId="{67E7CF59-C710-4E12-AED3-2F4D9779698B}" dt="2026-08-30T18:53:47.185" v="572"/>
          <ac:spMkLst>
            <pc:docMk/>
            <pc:sldMk cId="0" sldId="266"/>
            <ac:spMk id="2" creationId="{74B37DC7-D362-8FCC-4358-C1FFA96E9E68}"/>
          </ac:spMkLst>
        </pc:spChg>
        <pc:spChg chg="mod">
          <ac:chgData name="ASAD KHAN" userId="be12c95f7d6a9a38" providerId="LiveId" clId="{67E7CF59-C710-4E12-AED3-2F4D9779698B}" dt="2026-08-30T19:00:57.383" v="662"/>
          <ac:spMkLst>
            <pc:docMk/>
            <pc:sldMk cId="0" sldId="266"/>
            <ac:spMk id="316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12:17.040" v="181" actId="478"/>
          <ac:spMkLst>
            <pc:docMk/>
            <pc:sldMk cId="0" sldId="266"/>
            <ac:spMk id="318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12:21.428" v="183" actId="478"/>
          <ac:spMkLst>
            <pc:docMk/>
            <pc:sldMk cId="0" sldId="266"/>
            <ac:spMk id="319" creationId="{00000000-0000-0000-0000-000000000000}"/>
          </ac:spMkLst>
        </pc:spChg>
        <pc:spChg chg="mod">
          <ac:chgData name="ASAD KHAN" userId="be12c95f7d6a9a38" providerId="LiveId" clId="{67E7CF59-C710-4E12-AED3-2F4D9779698B}" dt="2026-08-30T18:52:59.448" v="551" actId="403"/>
          <ac:spMkLst>
            <pc:docMk/>
            <pc:sldMk cId="0" sldId="266"/>
            <ac:spMk id="320" creationId="{00000000-0000-0000-0000-000000000000}"/>
          </ac:spMkLst>
        </pc:spChg>
        <pc:spChg chg="mod">
          <ac:chgData name="ASAD KHAN" userId="be12c95f7d6a9a38" providerId="LiveId" clId="{67E7CF59-C710-4E12-AED3-2F4D9779698B}" dt="2026-08-30T18:54:46.937" v="598" actId="108"/>
          <ac:spMkLst>
            <pc:docMk/>
            <pc:sldMk cId="0" sldId="266"/>
            <ac:spMk id="321" creationId="{00000000-0000-0000-0000-000000000000}"/>
          </ac:spMkLst>
        </pc:spChg>
        <pc:spChg chg="mod">
          <ac:chgData name="ASAD KHAN" userId="be12c95f7d6a9a38" providerId="LiveId" clId="{67E7CF59-C710-4E12-AED3-2F4D9779698B}" dt="2026-08-30T18:55:45.653" v="606" actId="1076"/>
          <ac:spMkLst>
            <pc:docMk/>
            <pc:sldMk cId="0" sldId="266"/>
            <ac:spMk id="322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53:17.748" v="558"/>
          <ac:spMkLst>
            <pc:docMk/>
            <pc:sldMk cId="0" sldId="266"/>
            <ac:spMk id="323" creationId="{00000000-0000-0000-0000-000000000000}"/>
          </ac:spMkLst>
        </pc:spChg>
        <pc:spChg chg="mod">
          <ac:chgData name="ASAD KHAN" userId="be12c95f7d6a9a38" providerId="LiveId" clId="{67E7CF59-C710-4E12-AED3-2F4D9779698B}" dt="2026-08-30T18:52:54.468" v="549" actId="1076"/>
          <ac:spMkLst>
            <pc:docMk/>
            <pc:sldMk cId="0" sldId="266"/>
            <ac:spMk id="324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52:43.006" v="547" actId="478"/>
          <ac:spMkLst>
            <pc:docMk/>
            <pc:sldMk cId="0" sldId="266"/>
            <ac:spMk id="325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52:26.276" v="541" actId="478"/>
          <ac:spMkLst>
            <pc:docMk/>
            <pc:sldMk cId="0" sldId="266"/>
            <ac:spMk id="326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52:43.006" v="547" actId="478"/>
          <ac:spMkLst>
            <pc:docMk/>
            <pc:sldMk cId="0" sldId="266"/>
            <ac:spMk id="327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52:26.277" v="543"/>
          <ac:spMkLst>
            <pc:docMk/>
            <pc:sldMk cId="0" sldId="266"/>
            <ac:spMk id="328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53:53.144" v="576"/>
          <ac:spMkLst>
            <pc:docMk/>
            <pc:sldMk cId="0" sldId="266"/>
            <ac:spMk id="329" creationId="{00000000-0000-0000-0000-000000000000}"/>
          </ac:spMkLst>
        </pc:spChg>
        <pc:spChg chg="mod">
          <ac:chgData name="ASAD KHAN" userId="be12c95f7d6a9a38" providerId="LiveId" clId="{67E7CF59-C710-4E12-AED3-2F4D9779698B}" dt="2026-08-30T18:53:58.260" v="577" actId="1076"/>
          <ac:spMkLst>
            <pc:docMk/>
            <pc:sldMk cId="0" sldId="266"/>
            <ac:spMk id="330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53:53.144" v="574" actId="478"/>
          <ac:spMkLst>
            <pc:docMk/>
            <pc:sldMk cId="0" sldId="266"/>
            <ac:spMk id="331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53:17.750" v="560"/>
          <ac:spMkLst>
            <pc:docMk/>
            <pc:sldMk cId="0" sldId="266"/>
            <ac:spMk id="332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53:40.124" v="569"/>
          <ac:spMkLst>
            <pc:docMk/>
            <pc:sldMk cId="0" sldId="266"/>
            <ac:spMk id="333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53:19.388" v="561" actId="478"/>
          <ac:spMkLst>
            <pc:docMk/>
            <pc:sldMk cId="0" sldId="266"/>
            <ac:spMk id="334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54:31.065" v="592"/>
          <ac:spMkLst>
            <pc:docMk/>
            <pc:sldMk cId="0" sldId="266"/>
            <ac:spMk id="335" creationId="{00000000-0000-0000-0000-000000000000}"/>
          </ac:spMkLst>
        </pc:spChg>
        <pc:spChg chg="mod">
          <ac:chgData name="ASAD KHAN" userId="be12c95f7d6a9a38" providerId="LiveId" clId="{67E7CF59-C710-4E12-AED3-2F4D9779698B}" dt="2026-08-30T18:54:37.244" v="597" actId="1076"/>
          <ac:spMkLst>
            <pc:docMk/>
            <pc:sldMk cId="0" sldId="266"/>
            <ac:spMk id="336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54:31.066" v="596"/>
          <ac:spMkLst>
            <pc:docMk/>
            <pc:sldMk cId="0" sldId="266"/>
            <ac:spMk id="337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54:19.658" v="585"/>
          <ac:spMkLst>
            <pc:docMk/>
            <pc:sldMk cId="0" sldId="266"/>
            <ac:spMk id="338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54:31.066" v="594"/>
          <ac:spMkLst>
            <pc:docMk/>
            <pc:sldMk cId="0" sldId="266"/>
            <ac:spMk id="339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54:19.658" v="587"/>
          <ac:spMkLst>
            <pc:docMk/>
            <pc:sldMk cId="0" sldId="266"/>
            <ac:spMk id="340" creationId="{00000000-0000-0000-0000-000000000000}"/>
          </ac:spMkLst>
        </pc:spChg>
        <pc:picChg chg="del">
          <ac:chgData name="ASAD KHAN" userId="be12c95f7d6a9a38" providerId="LiveId" clId="{67E7CF59-C710-4E12-AED3-2F4D9779698B}" dt="2026-08-30T18:12:13.430" v="178" actId="478"/>
          <ac:picMkLst>
            <pc:docMk/>
            <pc:sldMk cId="0" sldId="266"/>
            <ac:picMk id="315" creationId="{00000000-0000-0000-0000-000000000000}"/>
          </ac:picMkLst>
        </pc:picChg>
      </pc:sldChg>
      <pc:sldChg chg="new del">
        <pc:chgData name="ASAD KHAN" userId="be12c95f7d6a9a38" providerId="LiveId" clId="{67E7CF59-C710-4E12-AED3-2F4D9779698B}" dt="2026-08-30T17:55:21.920" v="83" actId="47"/>
        <pc:sldMkLst>
          <pc:docMk/>
          <pc:sldMk cId="920017352" sldId="266"/>
        </pc:sldMkLst>
      </pc:sldChg>
      <pc:sldChg chg="addSp delSp modSp new del mod">
        <pc:chgData name="ASAD KHAN" userId="be12c95f7d6a9a38" providerId="LiveId" clId="{67E7CF59-C710-4E12-AED3-2F4D9779698B}" dt="2026-08-30T17:54:42.714" v="80" actId="47"/>
        <pc:sldMkLst>
          <pc:docMk/>
          <pc:sldMk cId="3200975353" sldId="266"/>
        </pc:sldMkLst>
        <pc:spChg chg="mod">
          <ac:chgData name="ASAD KHAN" userId="be12c95f7d6a9a38" providerId="LiveId" clId="{67E7CF59-C710-4E12-AED3-2F4D9779698B}" dt="2026-08-30T17:54:36.045" v="79" actId="27636"/>
          <ac:spMkLst>
            <pc:docMk/>
            <pc:sldMk cId="3200975353" sldId="266"/>
            <ac:spMk id="2" creationId="{E1036CA0-C40A-A5F4-965F-F6435C3DCF4D}"/>
          </ac:spMkLst>
        </pc:spChg>
        <pc:spChg chg="del">
          <ac:chgData name="ASAD KHAN" userId="be12c95f7d6a9a38" providerId="LiveId" clId="{67E7CF59-C710-4E12-AED3-2F4D9779698B}" dt="2026-08-30T17:54:30.173" v="77" actId="478"/>
          <ac:spMkLst>
            <pc:docMk/>
            <pc:sldMk cId="3200975353" sldId="266"/>
            <ac:spMk id="3" creationId="{54DEF404-7AF4-8772-4154-53FFA91693A3}"/>
          </ac:spMkLst>
        </pc:spChg>
        <pc:spChg chg="add">
          <ac:chgData name="ASAD KHAN" userId="be12c95f7d6a9a38" providerId="LiveId" clId="{67E7CF59-C710-4E12-AED3-2F4D9779698B}" dt="2026-08-30T17:54:15.136" v="76" actId="22"/>
          <ac:spMkLst>
            <pc:docMk/>
            <pc:sldMk cId="3200975353" sldId="266"/>
            <ac:spMk id="5" creationId="{6E6BF59A-0FE3-8054-24B1-3F81EDBBB9BB}"/>
          </ac:spMkLst>
        </pc:spChg>
        <pc:spChg chg="add">
          <ac:chgData name="ASAD KHAN" userId="be12c95f7d6a9a38" providerId="LiveId" clId="{67E7CF59-C710-4E12-AED3-2F4D9779698B}" dt="2026-08-30T17:54:15.136" v="76" actId="22"/>
          <ac:spMkLst>
            <pc:docMk/>
            <pc:sldMk cId="3200975353" sldId="266"/>
            <ac:spMk id="7" creationId="{5A4C5F2D-B8B5-7FE9-4F2F-B02AD39DB274}"/>
          </ac:spMkLst>
        </pc:spChg>
        <pc:spChg chg="add">
          <ac:chgData name="ASAD KHAN" userId="be12c95f7d6a9a38" providerId="LiveId" clId="{67E7CF59-C710-4E12-AED3-2F4D9779698B}" dt="2026-08-30T17:54:15.136" v="76" actId="22"/>
          <ac:spMkLst>
            <pc:docMk/>
            <pc:sldMk cId="3200975353" sldId="266"/>
            <ac:spMk id="9" creationId="{43AA5C6F-551F-A328-9015-345E36C16BC4}"/>
          </ac:spMkLst>
        </pc:spChg>
        <pc:spChg chg="add">
          <ac:chgData name="ASAD KHAN" userId="be12c95f7d6a9a38" providerId="LiveId" clId="{67E7CF59-C710-4E12-AED3-2F4D9779698B}" dt="2026-08-30T17:54:15.136" v="76" actId="22"/>
          <ac:spMkLst>
            <pc:docMk/>
            <pc:sldMk cId="3200975353" sldId="266"/>
            <ac:spMk id="11" creationId="{F2C09B49-C5BB-05E6-C049-E559B5ECE149}"/>
          </ac:spMkLst>
        </pc:spChg>
        <pc:spChg chg="add">
          <ac:chgData name="ASAD KHAN" userId="be12c95f7d6a9a38" providerId="LiveId" clId="{67E7CF59-C710-4E12-AED3-2F4D9779698B}" dt="2026-08-30T17:54:15.136" v="76" actId="22"/>
          <ac:spMkLst>
            <pc:docMk/>
            <pc:sldMk cId="3200975353" sldId="266"/>
            <ac:spMk id="13" creationId="{18669434-014F-4000-8F9C-A1333A41EB83}"/>
          </ac:spMkLst>
        </pc:spChg>
        <pc:spChg chg="add">
          <ac:chgData name="ASAD KHAN" userId="be12c95f7d6a9a38" providerId="LiveId" clId="{67E7CF59-C710-4E12-AED3-2F4D9779698B}" dt="2026-08-30T17:54:15.136" v="76" actId="22"/>
          <ac:spMkLst>
            <pc:docMk/>
            <pc:sldMk cId="3200975353" sldId="266"/>
            <ac:spMk id="15" creationId="{3423D186-7D81-3AB5-5192-DB772A95B290}"/>
          </ac:spMkLst>
        </pc:spChg>
        <pc:spChg chg="add">
          <ac:chgData name="ASAD KHAN" userId="be12c95f7d6a9a38" providerId="LiveId" clId="{67E7CF59-C710-4E12-AED3-2F4D9779698B}" dt="2026-08-30T17:54:15.136" v="76" actId="22"/>
          <ac:spMkLst>
            <pc:docMk/>
            <pc:sldMk cId="3200975353" sldId="266"/>
            <ac:spMk id="17" creationId="{031952A0-5AF6-3C4C-0CE0-66179A6DABA1}"/>
          </ac:spMkLst>
        </pc:spChg>
      </pc:sldChg>
      <pc:sldChg chg="modSp new mod">
        <pc:chgData name="ASAD KHAN" userId="be12c95f7d6a9a38" providerId="LiveId" clId="{67E7CF59-C710-4E12-AED3-2F4D9779698B}" dt="2026-08-30T19:00:34.281" v="656" actId="20577"/>
        <pc:sldMkLst>
          <pc:docMk/>
          <pc:sldMk cId="2793987172" sldId="267"/>
        </pc:sldMkLst>
        <pc:spChg chg="mod">
          <ac:chgData name="ASAD KHAN" userId="be12c95f7d6a9a38" providerId="LiveId" clId="{67E7CF59-C710-4E12-AED3-2F4D9779698B}" dt="2026-08-30T19:00:34.281" v="656" actId="20577"/>
          <ac:spMkLst>
            <pc:docMk/>
            <pc:sldMk cId="2793987172" sldId="267"/>
            <ac:spMk id="2" creationId="{D246D2B1-869F-44D6-DB07-EF494B860A3D}"/>
          </ac:spMkLst>
        </pc:spChg>
        <pc:spChg chg="mod">
          <ac:chgData name="ASAD KHAN" userId="be12c95f7d6a9a38" providerId="LiveId" clId="{67E7CF59-C710-4E12-AED3-2F4D9779698B}" dt="2026-08-30T18:40:17.779" v="447" actId="27636"/>
          <ac:spMkLst>
            <pc:docMk/>
            <pc:sldMk cId="2793987172" sldId="267"/>
            <ac:spMk id="3" creationId="{4BDB97CB-9A2A-9BF0-5D75-0ADC73CAF157}"/>
          </ac:spMkLst>
        </pc:spChg>
        <pc:spChg chg="mod">
          <ac:chgData name="ASAD KHAN" userId="be12c95f7d6a9a38" providerId="LiveId" clId="{67E7CF59-C710-4E12-AED3-2F4D9779698B}" dt="2026-08-30T18:40:17.766" v="446" actId="27636"/>
          <ac:spMkLst>
            <pc:docMk/>
            <pc:sldMk cId="2793987172" sldId="267"/>
            <ac:spMk id="4" creationId="{9D96484C-0BC4-53A1-9088-67B725AE497B}"/>
          </ac:spMkLst>
        </pc:spChg>
      </pc:sldChg>
      <pc:sldChg chg="modSp new mod">
        <pc:chgData name="ASAD KHAN" userId="be12c95f7d6a9a38" providerId="LiveId" clId="{67E7CF59-C710-4E12-AED3-2F4D9779698B}" dt="2026-08-30T19:00:43.470" v="658"/>
        <pc:sldMkLst>
          <pc:docMk/>
          <pc:sldMk cId="2337069013" sldId="268"/>
        </pc:sldMkLst>
        <pc:spChg chg="mod">
          <ac:chgData name="ASAD KHAN" userId="be12c95f7d6a9a38" providerId="LiveId" clId="{67E7CF59-C710-4E12-AED3-2F4D9779698B}" dt="2026-08-30T19:00:43.470" v="658"/>
          <ac:spMkLst>
            <pc:docMk/>
            <pc:sldMk cId="2337069013" sldId="268"/>
            <ac:spMk id="2" creationId="{7AD86E15-AFEA-8A94-2AE1-BF63F903DF3F}"/>
          </ac:spMkLst>
        </pc:spChg>
        <pc:spChg chg="mod">
          <ac:chgData name="ASAD KHAN" userId="be12c95f7d6a9a38" providerId="LiveId" clId="{67E7CF59-C710-4E12-AED3-2F4D9779698B}" dt="2026-08-30T18:39:46.140" v="440" actId="27636"/>
          <ac:spMkLst>
            <pc:docMk/>
            <pc:sldMk cId="2337069013" sldId="268"/>
            <ac:spMk id="3" creationId="{8B904BE5-DC8C-22FD-2819-0429BF539EE6}"/>
          </ac:spMkLst>
        </pc:spChg>
      </pc:sldChg>
      <pc:sldChg chg="addSp modSp new mod">
        <pc:chgData name="ASAD KHAN" userId="be12c95f7d6a9a38" providerId="LiveId" clId="{67E7CF59-C710-4E12-AED3-2F4D9779698B}" dt="2026-08-30T18:02:33.406" v="148" actId="14100"/>
        <pc:sldMkLst>
          <pc:docMk/>
          <pc:sldMk cId="154636619" sldId="269"/>
        </pc:sldMkLst>
        <pc:picChg chg="add mod">
          <ac:chgData name="ASAD KHAN" userId="be12c95f7d6a9a38" providerId="LiveId" clId="{67E7CF59-C710-4E12-AED3-2F4D9779698B}" dt="2026-08-30T18:02:33.406" v="148" actId="14100"/>
          <ac:picMkLst>
            <pc:docMk/>
            <pc:sldMk cId="154636619" sldId="269"/>
            <ac:picMk id="3" creationId="{98F808DA-E5B4-4156-57B4-D2D0E2F75636}"/>
          </ac:picMkLst>
        </pc:picChg>
      </pc:sldChg>
      <pc:sldChg chg="addSp delSp modSp add del mod setBg">
        <pc:chgData name="ASAD KHAN" userId="be12c95f7d6a9a38" providerId="LiveId" clId="{67E7CF59-C710-4E12-AED3-2F4D9779698B}" dt="2026-08-30T18:32:44.494" v="327" actId="47"/>
        <pc:sldMkLst>
          <pc:docMk/>
          <pc:sldMk cId="0" sldId="270"/>
        </pc:sldMkLst>
        <pc:spChg chg="add del mod">
          <ac:chgData name="ASAD KHAN" userId="be12c95f7d6a9a38" providerId="LiveId" clId="{67E7CF59-C710-4E12-AED3-2F4D9779698B}" dt="2026-08-30T18:30:43.998" v="311"/>
          <ac:spMkLst>
            <pc:docMk/>
            <pc:sldMk cId="0" sldId="270"/>
            <ac:spMk id="2" creationId="{AD02D460-C930-0F87-38D5-9DA883536C8A}"/>
          </ac:spMkLst>
        </pc:spChg>
        <pc:spChg chg="del mod">
          <ac:chgData name="ASAD KHAN" userId="be12c95f7d6a9a38" providerId="LiveId" clId="{67E7CF59-C710-4E12-AED3-2F4D9779698B}" dt="2026-08-30T18:29:30.784" v="274"/>
          <ac:spMkLst>
            <pc:docMk/>
            <pc:sldMk cId="0" sldId="270"/>
            <ac:spMk id="477" creationId="{00000000-0000-0000-0000-000000000000}"/>
          </ac:spMkLst>
        </pc:spChg>
        <pc:spChg chg="add del mod">
          <ac:chgData name="ASAD KHAN" userId="be12c95f7d6a9a38" providerId="LiveId" clId="{67E7CF59-C710-4E12-AED3-2F4D9779698B}" dt="2026-08-30T18:29:10.266" v="270" actId="47"/>
          <ac:spMkLst>
            <pc:docMk/>
            <pc:sldMk cId="0" sldId="270"/>
            <ac:spMk id="479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29:50.045" v="281"/>
          <ac:spMkLst>
            <pc:docMk/>
            <pc:sldMk cId="0" sldId="270"/>
            <ac:spMk id="482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30:13.686" v="294"/>
          <ac:spMkLst>
            <pc:docMk/>
            <pc:sldMk cId="0" sldId="270"/>
            <ac:spMk id="483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30:23.710" v="299"/>
          <ac:spMkLst>
            <pc:docMk/>
            <pc:sldMk cId="0" sldId="270"/>
            <ac:spMk id="484" creationId="{00000000-0000-0000-0000-000000000000}"/>
          </ac:spMkLst>
        </pc:spChg>
        <pc:spChg chg="add del mod">
          <ac:chgData name="ASAD KHAN" userId="be12c95f7d6a9a38" providerId="LiveId" clId="{67E7CF59-C710-4E12-AED3-2F4D9779698B}" dt="2026-08-30T18:30:33.003" v="304"/>
          <ac:spMkLst>
            <pc:docMk/>
            <pc:sldMk cId="0" sldId="270"/>
            <ac:spMk id="485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30:43.999" v="313"/>
          <ac:spMkLst>
            <pc:docMk/>
            <pc:sldMk cId="0" sldId="270"/>
            <ac:spMk id="486" creationId="{00000000-0000-0000-0000-000000000000}"/>
          </ac:spMkLst>
        </pc:spChg>
        <pc:picChg chg="mod">
          <ac:chgData name="ASAD KHAN" userId="be12c95f7d6a9a38" providerId="LiveId" clId="{67E7CF59-C710-4E12-AED3-2F4D9779698B}" dt="2026-08-30T18:28:52.734" v="246" actId="1076"/>
          <ac:picMkLst>
            <pc:docMk/>
            <pc:sldMk cId="0" sldId="270"/>
            <ac:picMk id="475" creationId="{00000000-0000-0000-0000-000000000000}"/>
          </ac:picMkLst>
        </pc:picChg>
        <pc:picChg chg="mod">
          <ac:chgData name="ASAD KHAN" userId="be12c95f7d6a9a38" providerId="LiveId" clId="{67E7CF59-C710-4E12-AED3-2F4D9779698B}" dt="2026-08-30T18:28:55.561" v="247" actId="1076"/>
          <ac:picMkLst>
            <pc:docMk/>
            <pc:sldMk cId="0" sldId="270"/>
            <ac:picMk id="476" creationId="{00000000-0000-0000-0000-000000000000}"/>
          </ac:picMkLst>
        </pc:picChg>
      </pc:sldChg>
      <pc:sldChg chg="new del">
        <pc:chgData name="ASAD KHAN" userId="be12c95f7d6a9a38" providerId="LiveId" clId="{67E7CF59-C710-4E12-AED3-2F4D9779698B}" dt="2026-08-30T18:07:31.403" v="151" actId="47"/>
        <pc:sldMkLst>
          <pc:docMk/>
          <pc:sldMk cId="338212118" sldId="270"/>
        </pc:sldMkLst>
      </pc:sldChg>
      <pc:sldChg chg="addSp delSp modSp new mod ord">
        <pc:chgData name="ASAD KHAN" userId="be12c95f7d6a9a38" providerId="LiveId" clId="{67E7CF59-C710-4E12-AED3-2F4D9779698B}" dt="2026-08-30T18:56:28.258" v="612" actId="2711"/>
        <pc:sldMkLst>
          <pc:docMk/>
          <pc:sldMk cId="3190718851" sldId="271"/>
        </pc:sldMkLst>
        <pc:spChg chg="mod">
          <ac:chgData name="ASAD KHAN" userId="be12c95f7d6a9a38" providerId="LiveId" clId="{67E7CF59-C710-4E12-AED3-2F4D9779698B}" dt="2026-08-30T18:56:28.258" v="612" actId="2711"/>
          <ac:spMkLst>
            <pc:docMk/>
            <pc:sldMk cId="3190718851" sldId="271"/>
            <ac:spMk id="2" creationId="{92975781-89D1-6FF3-77B5-ABC40BD088D0}"/>
          </ac:spMkLst>
        </pc:spChg>
        <pc:spChg chg="del">
          <ac:chgData name="ASAD KHAN" userId="be12c95f7d6a9a38" providerId="LiveId" clId="{67E7CF59-C710-4E12-AED3-2F4D9779698B}" dt="2026-08-30T18:24:44.615" v="224"/>
          <ac:spMkLst>
            <pc:docMk/>
            <pc:sldMk cId="3190718851" sldId="271"/>
            <ac:spMk id="3" creationId="{95B5DF88-A580-6213-A4E7-7F7CBA97ACE1}"/>
          </ac:spMkLst>
        </pc:spChg>
        <pc:spChg chg="add del">
          <ac:chgData name="ASAD KHAN" userId="be12c95f7d6a9a38" providerId="LiveId" clId="{67E7CF59-C710-4E12-AED3-2F4D9779698B}" dt="2026-08-30T18:14:14.361" v="194" actId="22"/>
          <ac:spMkLst>
            <pc:docMk/>
            <pc:sldMk cId="3190718851" sldId="271"/>
            <ac:spMk id="13" creationId="{A4B0A6F8-F946-AD3C-A794-5D528E8C5DC6}"/>
          </ac:spMkLst>
        </pc:spChg>
        <pc:spChg chg="del">
          <ac:chgData name="ASAD KHAN" userId="be12c95f7d6a9a38" providerId="LiveId" clId="{67E7CF59-C710-4E12-AED3-2F4D9779698B}" dt="2026-08-30T18:14:14.361" v="194" actId="22"/>
          <ac:spMkLst>
            <pc:docMk/>
            <pc:sldMk cId="3190718851" sldId="271"/>
            <ac:spMk id="15" creationId="{C1F4A318-B0FA-E8EA-F103-3F773F8A9BFC}"/>
          </ac:spMkLst>
        </pc:spChg>
        <pc:spChg chg="add del">
          <ac:chgData name="ASAD KHAN" userId="be12c95f7d6a9a38" providerId="LiveId" clId="{67E7CF59-C710-4E12-AED3-2F4D9779698B}" dt="2026-08-30T18:14:14.361" v="194" actId="22"/>
          <ac:spMkLst>
            <pc:docMk/>
            <pc:sldMk cId="3190718851" sldId="271"/>
            <ac:spMk id="17" creationId="{83DF3A1B-EBC5-ECEB-F9F6-F674B7FA4216}"/>
          </ac:spMkLst>
        </pc:spChg>
        <pc:spChg chg="add del">
          <ac:chgData name="ASAD KHAN" userId="be12c95f7d6a9a38" providerId="LiveId" clId="{67E7CF59-C710-4E12-AED3-2F4D9779698B}" dt="2026-08-30T18:14:14.361" v="194" actId="22"/>
          <ac:spMkLst>
            <pc:docMk/>
            <pc:sldMk cId="3190718851" sldId="271"/>
            <ac:spMk id="21" creationId="{3817E18A-503F-EBF0-8F2A-6A4DA8D1DC2A}"/>
          </ac:spMkLst>
        </pc:spChg>
        <pc:spChg chg="del">
          <ac:chgData name="ASAD KHAN" userId="be12c95f7d6a9a38" providerId="LiveId" clId="{67E7CF59-C710-4E12-AED3-2F4D9779698B}" dt="2026-08-30T18:14:14.361" v="194" actId="22"/>
          <ac:spMkLst>
            <pc:docMk/>
            <pc:sldMk cId="3190718851" sldId="271"/>
            <ac:spMk id="23" creationId="{92C62303-52C8-29D5-300A-015AF10BE1C4}"/>
          </ac:spMkLst>
        </pc:spChg>
        <pc:spChg chg="add del">
          <ac:chgData name="ASAD KHAN" userId="be12c95f7d6a9a38" providerId="LiveId" clId="{67E7CF59-C710-4E12-AED3-2F4D9779698B}" dt="2026-08-30T18:14:14.361" v="194" actId="22"/>
          <ac:spMkLst>
            <pc:docMk/>
            <pc:sldMk cId="3190718851" sldId="271"/>
            <ac:spMk id="25" creationId="{1DB49C0A-F2DC-B947-DB46-11CAE037680B}"/>
          </ac:spMkLst>
        </pc:spChg>
        <pc:spChg chg="add">
          <ac:chgData name="ASAD KHAN" userId="be12c95f7d6a9a38" providerId="LiveId" clId="{67E7CF59-C710-4E12-AED3-2F4D9779698B}" dt="2026-08-30T18:14:10.093" v="193" actId="22"/>
          <ac:spMkLst>
            <pc:docMk/>
            <pc:sldMk cId="3190718851" sldId="271"/>
            <ac:spMk id="29" creationId="{39CD0DB4-D362-D453-AD7E-C4E51B07C9F9}"/>
          </ac:spMkLst>
        </pc:spChg>
        <pc:spChg chg="add del">
          <ac:chgData name="ASAD KHAN" userId="be12c95f7d6a9a38" providerId="LiveId" clId="{67E7CF59-C710-4E12-AED3-2F4D9779698B}" dt="2026-08-30T18:14:14.361" v="194" actId="22"/>
          <ac:spMkLst>
            <pc:docMk/>
            <pc:sldMk cId="3190718851" sldId="271"/>
            <ac:spMk id="31" creationId="{4DAC7B3C-3CFE-9872-7065-202450C15C37}"/>
          </ac:spMkLst>
        </pc:spChg>
        <pc:spChg chg="add del">
          <ac:chgData name="ASAD KHAN" userId="be12c95f7d6a9a38" providerId="LiveId" clId="{67E7CF59-C710-4E12-AED3-2F4D9779698B}" dt="2026-08-30T18:14:14.361" v="194" actId="22"/>
          <ac:spMkLst>
            <pc:docMk/>
            <pc:sldMk cId="3190718851" sldId="271"/>
            <ac:spMk id="35" creationId="{54CD9967-5E6F-9523-E4A5-E7788B3CF66A}"/>
          </ac:spMkLst>
        </pc:spChg>
        <pc:spChg chg="add">
          <ac:chgData name="ASAD KHAN" userId="be12c95f7d6a9a38" providerId="LiveId" clId="{67E7CF59-C710-4E12-AED3-2F4D9779698B}" dt="2026-08-30T18:14:10.093" v="193" actId="22"/>
          <ac:spMkLst>
            <pc:docMk/>
            <pc:sldMk cId="3190718851" sldId="271"/>
            <ac:spMk id="37" creationId="{475C590E-719B-AE1D-4B3A-17B2413B16EC}"/>
          </ac:spMkLst>
        </pc:spChg>
        <pc:spChg chg="add">
          <ac:chgData name="ASAD KHAN" userId="be12c95f7d6a9a38" providerId="LiveId" clId="{67E7CF59-C710-4E12-AED3-2F4D9779698B}" dt="2026-08-30T18:14:10.093" v="193" actId="22"/>
          <ac:spMkLst>
            <pc:docMk/>
            <pc:sldMk cId="3190718851" sldId="271"/>
            <ac:spMk id="39" creationId="{E349FDAC-FE4E-B6B0-EE3D-A37497A8DAEB}"/>
          </ac:spMkLst>
        </pc:spChg>
        <pc:spChg chg="add del">
          <ac:chgData name="ASAD KHAN" userId="be12c95f7d6a9a38" providerId="LiveId" clId="{67E7CF59-C710-4E12-AED3-2F4D9779698B}" dt="2026-08-30T18:14:14.361" v="194" actId="22"/>
          <ac:spMkLst>
            <pc:docMk/>
            <pc:sldMk cId="3190718851" sldId="271"/>
            <ac:spMk id="43" creationId="{D6C57DCA-C8A2-D732-4E39-7D730A567C6E}"/>
          </ac:spMkLst>
        </pc:spChg>
        <pc:spChg chg="del">
          <ac:chgData name="ASAD KHAN" userId="be12c95f7d6a9a38" providerId="LiveId" clId="{67E7CF59-C710-4E12-AED3-2F4D9779698B}" dt="2026-08-30T18:14:14.361" v="194" actId="22"/>
          <ac:spMkLst>
            <pc:docMk/>
            <pc:sldMk cId="3190718851" sldId="271"/>
            <ac:spMk id="45" creationId="{CB5B475C-C537-C90B-3E15-82BC87A1709B}"/>
          </ac:spMkLst>
        </pc:spChg>
        <pc:spChg chg="add mod">
          <ac:chgData name="ASAD KHAN" userId="be12c95f7d6a9a38" providerId="LiveId" clId="{67E7CF59-C710-4E12-AED3-2F4D9779698B}" dt="2026-08-30T18:56:28.258" v="612" actId="2711"/>
          <ac:spMkLst>
            <pc:docMk/>
            <pc:sldMk cId="3190718851" sldId="271"/>
            <ac:spMk id="48" creationId="{5EC9CAFC-EEC2-98E5-E823-E6797D03300A}"/>
          </ac:spMkLst>
        </pc:spChg>
        <pc:graphicFrameChg chg="add del mod modGraphic">
          <ac:chgData name="ASAD KHAN" userId="be12c95f7d6a9a38" providerId="LiveId" clId="{67E7CF59-C710-4E12-AED3-2F4D9779698B}" dt="2026-08-30T18:25:12.252" v="229" actId="21"/>
          <ac:graphicFrameMkLst>
            <pc:docMk/>
            <pc:sldMk cId="3190718851" sldId="271"/>
            <ac:graphicFrameMk id="46" creationId="{4B6EA312-CEB6-612B-40DD-328991C081AA}"/>
          </ac:graphicFrameMkLst>
        </pc:graphicFrameChg>
      </pc:sldChg>
      <pc:sldChg chg="delSp modSp add mod setBg">
        <pc:chgData name="ASAD KHAN" userId="be12c95f7d6a9a38" providerId="LiveId" clId="{67E7CF59-C710-4E12-AED3-2F4D9779698B}" dt="2026-08-30T19:00:52.329" v="660"/>
        <pc:sldMkLst>
          <pc:docMk/>
          <pc:sldMk cId="0" sldId="272"/>
        </pc:sldMkLst>
        <pc:spChg chg="mod">
          <ac:chgData name="ASAD KHAN" userId="be12c95f7d6a9a38" providerId="LiveId" clId="{67E7CF59-C710-4E12-AED3-2F4D9779698B}" dt="2026-08-30T19:00:52.329" v="660"/>
          <ac:spMkLst>
            <pc:docMk/>
            <pc:sldMk cId="0" sldId="272"/>
            <ac:spMk id="298" creationId="{00000000-0000-0000-0000-000000000000}"/>
          </ac:spMkLst>
        </pc:spChg>
        <pc:spChg chg="mod">
          <ac:chgData name="ASAD KHAN" userId="be12c95f7d6a9a38" providerId="LiveId" clId="{67E7CF59-C710-4E12-AED3-2F4D9779698B}" dt="2026-08-30T18:51:24.925" v="523" actId="2711"/>
          <ac:spMkLst>
            <pc:docMk/>
            <pc:sldMk cId="0" sldId="272"/>
            <ac:spMk id="299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51:17.909" v="522" actId="478"/>
          <ac:spMkLst>
            <pc:docMk/>
            <pc:sldMk cId="0" sldId="272"/>
            <ac:spMk id="300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51:36.331" v="533"/>
          <ac:spMkLst>
            <pc:docMk/>
            <pc:sldMk cId="0" sldId="272"/>
            <ac:spMk id="301" creationId="{00000000-0000-0000-0000-000000000000}"/>
          </ac:spMkLst>
        </pc:spChg>
        <pc:spChg chg="mod">
          <ac:chgData name="ASAD KHAN" userId="be12c95f7d6a9a38" providerId="LiveId" clId="{67E7CF59-C710-4E12-AED3-2F4D9779698B}" dt="2026-08-30T18:51:24.925" v="523" actId="2711"/>
          <ac:spMkLst>
            <pc:docMk/>
            <pc:sldMk cId="0" sldId="272"/>
            <ac:spMk id="302" creationId="{00000000-0000-0000-0000-000000000000}"/>
          </ac:spMkLst>
        </pc:spChg>
        <pc:spChg chg="mod">
          <ac:chgData name="ASAD KHAN" userId="be12c95f7d6a9a38" providerId="LiveId" clId="{67E7CF59-C710-4E12-AED3-2F4D9779698B}" dt="2026-08-30T18:51:24.925" v="523" actId="2711"/>
          <ac:spMkLst>
            <pc:docMk/>
            <pc:sldMk cId="0" sldId="272"/>
            <ac:spMk id="303" creationId="{00000000-0000-0000-0000-000000000000}"/>
          </ac:spMkLst>
        </pc:spChg>
        <pc:spChg chg="mod">
          <ac:chgData name="ASAD KHAN" userId="be12c95f7d6a9a38" providerId="LiveId" clId="{67E7CF59-C710-4E12-AED3-2F4D9779698B}" dt="2026-08-30T18:51:24.925" v="523" actId="2711"/>
          <ac:spMkLst>
            <pc:docMk/>
            <pc:sldMk cId="0" sldId="272"/>
            <ac:spMk id="304" creationId="{00000000-0000-0000-0000-000000000000}"/>
          </ac:spMkLst>
        </pc:spChg>
        <pc:spChg chg="mod">
          <ac:chgData name="ASAD KHAN" userId="be12c95f7d6a9a38" providerId="LiveId" clId="{67E7CF59-C710-4E12-AED3-2F4D9779698B}" dt="2026-08-30T18:51:24.925" v="523" actId="2711"/>
          <ac:spMkLst>
            <pc:docMk/>
            <pc:sldMk cId="0" sldId="272"/>
            <ac:spMk id="305" creationId="{00000000-0000-0000-0000-000000000000}"/>
          </ac:spMkLst>
        </pc:spChg>
        <pc:spChg chg="mod">
          <ac:chgData name="ASAD KHAN" userId="be12c95f7d6a9a38" providerId="LiveId" clId="{67E7CF59-C710-4E12-AED3-2F4D9779698B}" dt="2026-08-30T18:51:24.925" v="523" actId="2711"/>
          <ac:spMkLst>
            <pc:docMk/>
            <pc:sldMk cId="0" sldId="272"/>
            <ac:spMk id="306" creationId="{00000000-0000-0000-0000-000000000000}"/>
          </ac:spMkLst>
        </pc:spChg>
        <pc:spChg chg="mod">
          <ac:chgData name="ASAD KHAN" userId="be12c95f7d6a9a38" providerId="LiveId" clId="{67E7CF59-C710-4E12-AED3-2F4D9779698B}" dt="2026-08-30T18:10:19.407" v="163" actId="14100"/>
          <ac:spMkLst>
            <pc:docMk/>
            <pc:sldMk cId="0" sldId="272"/>
            <ac:spMk id="307" creationId="{00000000-0000-0000-0000-000000000000}"/>
          </ac:spMkLst>
        </pc:spChg>
        <pc:spChg chg="mod">
          <ac:chgData name="ASAD KHAN" userId="be12c95f7d6a9a38" providerId="LiveId" clId="{67E7CF59-C710-4E12-AED3-2F4D9779698B}" dt="2026-08-30T18:51:24.925" v="523" actId="2711"/>
          <ac:spMkLst>
            <pc:docMk/>
            <pc:sldMk cId="0" sldId="272"/>
            <ac:spMk id="308" creationId="{00000000-0000-0000-0000-000000000000}"/>
          </ac:spMkLst>
        </pc:spChg>
        <pc:spChg chg="mod">
          <ac:chgData name="ASAD KHAN" userId="be12c95f7d6a9a38" providerId="LiveId" clId="{67E7CF59-C710-4E12-AED3-2F4D9779698B}" dt="2026-08-30T18:51:24.925" v="523" actId="2711"/>
          <ac:spMkLst>
            <pc:docMk/>
            <pc:sldMk cId="0" sldId="272"/>
            <ac:spMk id="310" creationId="{00000000-0000-0000-0000-000000000000}"/>
          </ac:spMkLst>
        </pc:spChg>
        <pc:picChg chg="del">
          <ac:chgData name="ASAD KHAN" userId="be12c95f7d6a9a38" providerId="LiveId" clId="{67E7CF59-C710-4E12-AED3-2F4D9779698B}" dt="2026-08-30T18:51:13.542" v="519" actId="478"/>
          <ac:picMkLst>
            <pc:docMk/>
            <pc:sldMk cId="0" sldId="272"/>
            <ac:picMk id="294" creationId="{00000000-0000-0000-0000-000000000000}"/>
          </ac:picMkLst>
        </pc:picChg>
      </pc:sldChg>
      <pc:sldChg chg="delSp modSp add mod ord setBg">
        <pc:chgData name="ASAD KHAN" userId="be12c95f7d6a9a38" providerId="LiveId" clId="{67E7CF59-C710-4E12-AED3-2F4D9779698B}" dt="2026-08-30T18:55:57.677" v="607" actId="2711"/>
        <pc:sldMkLst>
          <pc:docMk/>
          <pc:sldMk cId="0" sldId="273"/>
        </pc:sldMkLst>
        <pc:spChg chg="mod">
          <ac:chgData name="ASAD KHAN" userId="be12c95f7d6a9a38" providerId="LiveId" clId="{67E7CF59-C710-4E12-AED3-2F4D9779698B}" dt="2026-08-30T18:55:57.677" v="607" actId="2711"/>
          <ac:spMkLst>
            <pc:docMk/>
            <pc:sldMk cId="0" sldId="273"/>
            <ac:spMk id="348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12:26.588" v="186" actId="478"/>
          <ac:spMkLst>
            <pc:docMk/>
            <pc:sldMk cId="0" sldId="273"/>
            <ac:spMk id="350" creationId="{00000000-0000-0000-0000-000000000000}"/>
          </ac:spMkLst>
        </pc:spChg>
        <pc:spChg chg="del">
          <ac:chgData name="ASAD KHAN" userId="be12c95f7d6a9a38" providerId="LiveId" clId="{67E7CF59-C710-4E12-AED3-2F4D9779698B}" dt="2026-08-30T18:12:30.218" v="188" actId="478"/>
          <ac:spMkLst>
            <pc:docMk/>
            <pc:sldMk cId="0" sldId="273"/>
            <ac:spMk id="351" creationId="{00000000-0000-0000-0000-000000000000}"/>
          </ac:spMkLst>
        </pc:spChg>
        <pc:spChg chg="mod">
          <ac:chgData name="ASAD KHAN" userId="be12c95f7d6a9a38" providerId="LiveId" clId="{67E7CF59-C710-4E12-AED3-2F4D9779698B}" dt="2026-08-30T18:55:57.677" v="607" actId="2711"/>
          <ac:spMkLst>
            <pc:docMk/>
            <pc:sldMk cId="0" sldId="273"/>
            <ac:spMk id="358" creationId="{00000000-0000-0000-0000-000000000000}"/>
          </ac:spMkLst>
        </pc:spChg>
        <pc:spChg chg="mod">
          <ac:chgData name="ASAD KHAN" userId="be12c95f7d6a9a38" providerId="LiveId" clId="{67E7CF59-C710-4E12-AED3-2F4D9779698B}" dt="2026-08-30T18:55:57.677" v="607" actId="2711"/>
          <ac:spMkLst>
            <pc:docMk/>
            <pc:sldMk cId="0" sldId="273"/>
            <ac:spMk id="360" creationId="{00000000-0000-0000-0000-000000000000}"/>
          </ac:spMkLst>
        </pc:spChg>
        <pc:spChg chg="mod">
          <ac:chgData name="ASAD KHAN" userId="be12c95f7d6a9a38" providerId="LiveId" clId="{67E7CF59-C710-4E12-AED3-2F4D9779698B}" dt="2026-08-30T18:55:57.677" v="607" actId="2711"/>
          <ac:spMkLst>
            <pc:docMk/>
            <pc:sldMk cId="0" sldId="273"/>
            <ac:spMk id="362" creationId="{00000000-0000-0000-0000-000000000000}"/>
          </ac:spMkLst>
        </pc:spChg>
        <pc:spChg chg="mod">
          <ac:chgData name="ASAD KHAN" userId="be12c95f7d6a9a38" providerId="LiveId" clId="{67E7CF59-C710-4E12-AED3-2F4D9779698B}" dt="2026-08-30T18:55:57.677" v="607" actId="2711"/>
          <ac:spMkLst>
            <pc:docMk/>
            <pc:sldMk cId="0" sldId="273"/>
            <ac:spMk id="373" creationId="{00000000-0000-0000-0000-000000000000}"/>
          </ac:spMkLst>
        </pc:spChg>
        <pc:spChg chg="mod">
          <ac:chgData name="ASAD KHAN" userId="be12c95f7d6a9a38" providerId="LiveId" clId="{67E7CF59-C710-4E12-AED3-2F4D9779698B}" dt="2026-08-30T18:55:57.677" v="607" actId="2711"/>
          <ac:spMkLst>
            <pc:docMk/>
            <pc:sldMk cId="0" sldId="273"/>
            <ac:spMk id="376" creationId="{00000000-0000-0000-0000-000000000000}"/>
          </ac:spMkLst>
        </pc:spChg>
        <pc:spChg chg="mod">
          <ac:chgData name="ASAD KHAN" userId="be12c95f7d6a9a38" providerId="LiveId" clId="{67E7CF59-C710-4E12-AED3-2F4D9779698B}" dt="2026-08-30T18:55:57.677" v="607" actId="2711"/>
          <ac:spMkLst>
            <pc:docMk/>
            <pc:sldMk cId="0" sldId="273"/>
            <ac:spMk id="380" creationId="{00000000-0000-0000-0000-000000000000}"/>
          </ac:spMkLst>
        </pc:spChg>
        <pc:spChg chg="mod">
          <ac:chgData name="ASAD KHAN" userId="be12c95f7d6a9a38" providerId="LiveId" clId="{67E7CF59-C710-4E12-AED3-2F4D9779698B}" dt="2026-08-30T18:55:57.677" v="607" actId="2711"/>
          <ac:spMkLst>
            <pc:docMk/>
            <pc:sldMk cId="0" sldId="273"/>
            <ac:spMk id="386" creationId="{00000000-0000-0000-0000-000000000000}"/>
          </ac:spMkLst>
        </pc:spChg>
        <pc:spChg chg="mod">
          <ac:chgData name="ASAD KHAN" userId="be12c95f7d6a9a38" providerId="LiveId" clId="{67E7CF59-C710-4E12-AED3-2F4D9779698B}" dt="2026-08-30T18:55:57.677" v="607" actId="2711"/>
          <ac:spMkLst>
            <pc:docMk/>
            <pc:sldMk cId="0" sldId="273"/>
            <ac:spMk id="387" creationId="{00000000-0000-0000-0000-000000000000}"/>
          </ac:spMkLst>
        </pc:spChg>
        <pc:spChg chg="mod">
          <ac:chgData name="ASAD KHAN" userId="be12c95f7d6a9a38" providerId="LiveId" clId="{67E7CF59-C710-4E12-AED3-2F4D9779698B}" dt="2026-08-30T18:55:57.677" v="607" actId="2711"/>
          <ac:spMkLst>
            <pc:docMk/>
            <pc:sldMk cId="0" sldId="273"/>
            <ac:spMk id="390" creationId="{00000000-0000-0000-0000-000000000000}"/>
          </ac:spMkLst>
        </pc:spChg>
        <pc:picChg chg="del">
          <ac:chgData name="ASAD KHAN" userId="be12c95f7d6a9a38" providerId="LiveId" clId="{67E7CF59-C710-4E12-AED3-2F4D9779698B}" dt="2026-08-30T18:12:28.305" v="187" actId="478"/>
          <ac:picMkLst>
            <pc:docMk/>
            <pc:sldMk cId="0" sldId="273"/>
            <ac:picMk id="345" creationId="{00000000-0000-0000-0000-000000000000}"/>
          </ac:picMkLst>
        </pc:picChg>
      </pc:sldChg>
      <pc:sldChg chg="delSp modSp add mod ord setBg">
        <pc:chgData name="ASAD KHAN" userId="be12c95f7d6a9a38" providerId="LiveId" clId="{67E7CF59-C710-4E12-AED3-2F4D9779698B}" dt="2026-08-30T19:01:21.094" v="667" actId="20577"/>
        <pc:sldMkLst>
          <pc:docMk/>
          <pc:sldMk cId="0" sldId="274"/>
        </pc:sldMkLst>
        <pc:spChg chg="mod">
          <ac:chgData name="ASAD KHAN" userId="be12c95f7d6a9a38" providerId="LiveId" clId="{67E7CF59-C710-4E12-AED3-2F4D9779698B}" dt="2026-08-30T19:01:21.094" v="667" actId="20577"/>
          <ac:spMkLst>
            <pc:docMk/>
            <pc:sldMk cId="0" sldId="274"/>
            <ac:spMk id="401" creationId="{00000000-0000-0000-0000-000000000000}"/>
          </ac:spMkLst>
        </pc:spChg>
        <pc:spChg chg="mod">
          <ac:chgData name="ASAD KHAN" userId="be12c95f7d6a9a38" providerId="LiveId" clId="{67E7CF59-C710-4E12-AED3-2F4D9779698B}" dt="2026-08-30T18:56:04.815" v="608" actId="2711"/>
          <ac:spMkLst>
            <pc:docMk/>
            <pc:sldMk cId="0" sldId="274"/>
            <ac:spMk id="402" creationId="{00000000-0000-0000-0000-000000000000}"/>
          </ac:spMkLst>
        </pc:spChg>
        <pc:spChg chg="del">
          <ac:chgData name="ASAD KHAN" userId="be12c95f7d6a9a38" providerId="LiveId" clId="{67E7CF59-C710-4E12-AED3-2F4D9779698B}" dt="2026-08-30T18:14:41.532" v="200" actId="478"/>
          <ac:spMkLst>
            <pc:docMk/>
            <pc:sldMk cId="0" sldId="274"/>
            <ac:spMk id="403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8:14:46.766" v="203" actId="478"/>
          <ac:spMkLst>
            <pc:docMk/>
            <pc:sldMk cId="0" sldId="274"/>
            <ac:spMk id="404" creationId="{00000000-0000-0000-0000-000000000000}"/>
          </ac:spMkLst>
        </pc:spChg>
        <pc:spChg chg="mod">
          <ac:chgData name="ASAD KHAN" userId="be12c95f7d6a9a38" providerId="LiveId" clId="{67E7CF59-C710-4E12-AED3-2F4D9779698B}" dt="2026-08-30T18:56:04.815" v="608" actId="2711"/>
          <ac:spMkLst>
            <pc:docMk/>
            <pc:sldMk cId="0" sldId="274"/>
            <ac:spMk id="407" creationId="{00000000-0000-0000-0000-000000000000}"/>
          </ac:spMkLst>
        </pc:spChg>
        <pc:spChg chg="mod">
          <ac:chgData name="ASAD KHAN" userId="be12c95f7d6a9a38" providerId="LiveId" clId="{67E7CF59-C710-4E12-AED3-2F4D9779698B}" dt="2026-08-30T18:56:04.815" v="608" actId="2711"/>
          <ac:spMkLst>
            <pc:docMk/>
            <pc:sldMk cId="0" sldId="274"/>
            <ac:spMk id="408" creationId="{00000000-0000-0000-0000-000000000000}"/>
          </ac:spMkLst>
        </pc:spChg>
        <pc:spChg chg="mod">
          <ac:chgData name="ASAD KHAN" userId="be12c95f7d6a9a38" providerId="LiveId" clId="{67E7CF59-C710-4E12-AED3-2F4D9779698B}" dt="2026-08-30T18:56:04.815" v="608" actId="2711"/>
          <ac:spMkLst>
            <pc:docMk/>
            <pc:sldMk cId="0" sldId="274"/>
            <ac:spMk id="409" creationId="{00000000-0000-0000-0000-000000000000}"/>
          </ac:spMkLst>
        </pc:spChg>
        <pc:spChg chg="mod">
          <ac:chgData name="ASAD KHAN" userId="be12c95f7d6a9a38" providerId="LiveId" clId="{67E7CF59-C710-4E12-AED3-2F4D9779698B}" dt="2026-08-30T18:56:04.815" v="608" actId="2711"/>
          <ac:spMkLst>
            <pc:docMk/>
            <pc:sldMk cId="0" sldId="274"/>
            <ac:spMk id="412" creationId="{00000000-0000-0000-0000-000000000000}"/>
          </ac:spMkLst>
        </pc:spChg>
        <pc:spChg chg="mod">
          <ac:chgData name="ASAD KHAN" userId="be12c95f7d6a9a38" providerId="LiveId" clId="{67E7CF59-C710-4E12-AED3-2F4D9779698B}" dt="2026-08-30T18:56:04.815" v="608" actId="2711"/>
          <ac:spMkLst>
            <pc:docMk/>
            <pc:sldMk cId="0" sldId="274"/>
            <ac:spMk id="414" creationId="{00000000-0000-0000-0000-000000000000}"/>
          </ac:spMkLst>
        </pc:spChg>
        <pc:spChg chg="mod">
          <ac:chgData name="ASAD KHAN" userId="be12c95f7d6a9a38" providerId="LiveId" clId="{67E7CF59-C710-4E12-AED3-2F4D9779698B}" dt="2026-08-30T18:56:04.815" v="608" actId="2711"/>
          <ac:spMkLst>
            <pc:docMk/>
            <pc:sldMk cId="0" sldId="274"/>
            <ac:spMk id="415" creationId="{00000000-0000-0000-0000-000000000000}"/>
          </ac:spMkLst>
        </pc:spChg>
        <pc:spChg chg="mod">
          <ac:chgData name="ASAD KHAN" userId="be12c95f7d6a9a38" providerId="LiveId" clId="{67E7CF59-C710-4E12-AED3-2F4D9779698B}" dt="2026-08-30T18:56:04.815" v="608" actId="2711"/>
          <ac:spMkLst>
            <pc:docMk/>
            <pc:sldMk cId="0" sldId="274"/>
            <ac:spMk id="416" creationId="{00000000-0000-0000-0000-000000000000}"/>
          </ac:spMkLst>
        </pc:spChg>
        <pc:spChg chg="mod">
          <ac:chgData name="ASAD KHAN" userId="be12c95f7d6a9a38" providerId="LiveId" clId="{67E7CF59-C710-4E12-AED3-2F4D9779698B}" dt="2026-08-30T18:56:04.815" v="608" actId="2711"/>
          <ac:spMkLst>
            <pc:docMk/>
            <pc:sldMk cId="0" sldId="274"/>
            <ac:spMk id="418" creationId="{00000000-0000-0000-0000-000000000000}"/>
          </ac:spMkLst>
        </pc:spChg>
        <pc:picChg chg="del">
          <ac:chgData name="ASAD KHAN" userId="be12c95f7d6a9a38" providerId="LiveId" clId="{67E7CF59-C710-4E12-AED3-2F4D9779698B}" dt="2026-08-30T18:14:43.701" v="201" actId="478"/>
          <ac:picMkLst>
            <pc:docMk/>
            <pc:sldMk cId="0" sldId="274"/>
            <ac:picMk id="398" creationId="{00000000-0000-0000-0000-000000000000}"/>
          </ac:picMkLst>
        </pc:picChg>
      </pc:sldChg>
      <pc:sldChg chg="addSp delSp modSp add mod ord setBg">
        <pc:chgData name="ASAD KHAN" userId="be12c95f7d6a9a38" providerId="LiveId" clId="{67E7CF59-C710-4E12-AED3-2F4D9779698B}" dt="2026-08-30T18:56:46.228" v="614" actId="2711"/>
        <pc:sldMkLst>
          <pc:docMk/>
          <pc:sldMk cId="0" sldId="275"/>
        </pc:sldMkLst>
        <pc:spChg chg="mod">
          <ac:chgData name="ASAD KHAN" userId="be12c95f7d6a9a38" providerId="LiveId" clId="{67E7CF59-C710-4E12-AED3-2F4D9779698B}" dt="2026-08-30T18:56:46.228" v="614" actId="2711"/>
          <ac:spMkLst>
            <pc:docMk/>
            <pc:sldMk cId="0" sldId="275"/>
            <ac:spMk id="424" creationId="{00000000-0000-0000-0000-000000000000}"/>
          </ac:spMkLst>
        </pc:spChg>
        <pc:spChg chg="del">
          <ac:chgData name="ASAD KHAN" userId="be12c95f7d6a9a38" providerId="LiveId" clId="{67E7CF59-C710-4E12-AED3-2F4D9779698B}" dt="2026-08-30T18:15:29.662" v="205" actId="478"/>
          <ac:spMkLst>
            <pc:docMk/>
            <pc:sldMk cId="0" sldId="275"/>
            <ac:spMk id="427" creationId="{00000000-0000-0000-0000-000000000000}"/>
          </ac:spMkLst>
        </pc:spChg>
        <pc:spChg chg="del">
          <ac:chgData name="ASAD KHAN" userId="be12c95f7d6a9a38" providerId="LiveId" clId="{67E7CF59-C710-4E12-AED3-2F4D9779698B}" dt="2026-08-30T18:15:32.854" v="206" actId="478"/>
          <ac:spMkLst>
            <pc:docMk/>
            <pc:sldMk cId="0" sldId="275"/>
            <ac:spMk id="428" creationId="{00000000-0000-0000-0000-000000000000}"/>
          </ac:spMkLst>
        </pc:spChg>
        <pc:spChg chg="del">
          <ac:chgData name="ASAD KHAN" userId="be12c95f7d6a9a38" providerId="LiveId" clId="{67E7CF59-C710-4E12-AED3-2F4D9779698B}" dt="2026-08-30T18:19:38.500" v="210" actId="478"/>
          <ac:spMkLst>
            <pc:docMk/>
            <pc:sldMk cId="0" sldId="275"/>
            <ac:spMk id="429" creationId="{00000000-0000-0000-0000-000000000000}"/>
          </ac:spMkLst>
        </pc:spChg>
        <pc:spChg chg="del">
          <ac:chgData name="ASAD KHAN" userId="be12c95f7d6a9a38" providerId="LiveId" clId="{67E7CF59-C710-4E12-AED3-2F4D9779698B}" dt="2026-08-30T18:19:42.911" v="211" actId="478"/>
          <ac:spMkLst>
            <pc:docMk/>
            <pc:sldMk cId="0" sldId="275"/>
            <ac:spMk id="430" creationId="{00000000-0000-0000-0000-000000000000}"/>
          </ac:spMkLst>
        </pc:spChg>
        <pc:spChg chg="del">
          <ac:chgData name="ASAD KHAN" userId="be12c95f7d6a9a38" providerId="LiveId" clId="{67E7CF59-C710-4E12-AED3-2F4D9779698B}" dt="2026-08-30T18:19:42.911" v="211" actId="478"/>
          <ac:spMkLst>
            <pc:docMk/>
            <pc:sldMk cId="0" sldId="275"/>
            <ac:spMk id="432" creationId="{00000000-0000-0000-0000-000000000000}"/>
          </ac:spMkLst>
        </pc:spChg>
        <pc:spChg chg="del">
          <ac:chgData name="ASAD KHAN" userId="be12c95f7d6a9a38" providerId="LiveId" clId="{67E7CF59-C710-4E12-AED3-2F4D9779698B}" dt="2026-08-30T18:19:42.911" v="211" actId="478"/>
          <ac:spMkLst>
            <pc:docMk/>
            <pc:sldMk cId="0" sldId="275"/>
            <ac:spMk id="434" creationId="{00000000-0000-0000-0000-000000000000}"/>
          </ac:spMkLst>
        </pc:spChg>
        <pc:spChg chg="del">
          <ac:chgData name="ASAD KHAN" userId="be12c95f7d6a9a38" providerId="LiveId" clId="{67E7CF59-C710-4E12-AED3-2F4D9779698B}" dt="2026-08-30T18:19:38.500" v="210" actId="478"/>
          <ac:spMkLst>
            <pc:docMk/>
            <pc:sldMk cId="0" sldId="275"/>
            <ac:spMk id="435" creationId="{00000000-0000-0000-0000-000000000000}"/>
          </ac:spMkLst>
        </pc:spChg>
        <pc:spChg chg="del">
          <ac:chgData name="ASAD KHAN" userId="be12c95f7d6a9a38" providerId="LiveId" clId="{67E7CF59-C710-4E12-AED3-2F4D9779698B}" dt="2026-08-30T18:19:42.911" v="211" actId="478"/>
          <ac:spMkLst>
            <pc:docMk/>
            <pc:sldMk cId="0" sldId="275"/>
            <ac:spMk id="436" creationId="{00000000-0000-0000-0000-000000000000}"/>
          </ac:spMkLst>
        </pc:spChg>
        <pc:spChg chg="del">
          <ac:chgData name="ASAD KHAN" userId="be12c95f7d6a9a38" providerId="LiveId" clId="{67E7CF59-C710-4E12-AED3-2F4D9779698B}" dt="2026-08-30T18:19:42.911" v="211" actId="478"/>
          <ac:spMkLst>
            <pc:docMk/>
            <pc:sldMk cId="0" sldId="275"/>
            <ac:spMk id="438" creationId="{00000000-0000-0000-0000-000000000000}"/>
          </ac:spMkLst>
        </pc:spChg>
        <pc:spChg chg="del">
          <ac:chgData name="ASAD KHAN" userId="be12c95f7d6a9a38" providerId="LiveId" clId="{67E7CF59-C710-4E12-AED3-2F4D9779698B}" dt="2026-08-30T18:19:38.500" v="210" actId="478"/>
          <ac:spMkLst>
            <pc:docMk/>
            <pc:sldMk cId="0" sldId="275"/>
            <ac:spMk id="439" creationId="{00000000-0000-0000-0000-000000000000}"/>
          </ac:spMkLst>
        </pc:spChg>
        <pc:spChg chg="del">
          <ac:chgData name="ASAD KHAN" userId="be12c95f7d6a9a38" providerId="LiveId" clId="{67E7CF59-C710-4E12-AED3-2F4D9779698B}" dt="2026-08-30T18:19:38.500" v="210" actId="478"/>
          <ac:spMkLst>
            <pc:docMk/>
            <pc:sldMk cId="0" sldId="275"/>
            <ac:spMk id="443" creationId="{00000000-0000-0000-0000-000000000000}"/>
          </ac:spMkLst>
        </pc:spChg>
        <pc:spChg chg="del">
          <ac:chgData name="ASAD KHAN" userId="be12c95f7d6a9a38" providerId="LiveId" clId="{67E7CF59-C710-4E12-AED3-2F4D9779698B}" dt="2026-08-30T18:19:38.500" v="210" actId="478"/>
          <ac:spMkLst>
            <pc:docMk/>
            <pc:sldMk cId="0" sldId="275"/>
            <ac:spMk id="444" creationId="{00000000-0000-0000-0000-000000000000}"/>
          </ac:spMkLst>
        </pc:spChg>
        <pc:spChg chg="del">
          <ac:chgData name="ASAD KHAN" userId="be12c95f7d6a9a38" providerId="LiveId" clId="{67E7CF59-C710-4E12-AED3-2F4D9779698B}" dt="2026-08-30T18:19:38.500" v="210" actId="478"/>
          <ac:spMkLst>
            <pc:docMk/>
            <pc:sldMk cId="0" sldId="275"/>
            <ac:spMk id="450" creationId="{00000000-0000-0000-0000-000000000000}"/>
          </ac:spMkLst>
        </pc:spChg>
        <pc:spChg chg="del">
          <ac:chgData name="ASAD KHAN" userId="be12c95f7d6a9a38" providerId="LiveId" clId="{67E7CF59-C710-4E12-AED3-2F4D9779698B}" dt="2026-08-30T18:19:38.500" v="210" actId="478"/>
          <ac:spMkLst>
            <pc:docMk/>
            <pc:sldMk cId="0" sldId="275"/>
            <ac:spMk id="451" creationId="{00000000-0000-0000-0000-000000000000}"/>
          </ac:spMkLst>
        </pc:spChg>
        <pc:spChg chg="del">
          <ac:chgData name="ASAD KHAN" userId="be12c95f7d6a9a38" providerId="LiveId" clId="{67E7CF59-C710-4E12-AED3-2F4D9779698B}" dt="2026-08-30T18:19:38.500" v="210" actId="478"/>
          <ac:spMkLst>
            <pc:docMk/>
            <pc:sldMk cId="0" sldId="275"/>
            <ac:spMk id="454" creationId="{00000000-0000-0000-0000-000000000000}"/>
          </ac:spMkLst>
        </pc:spChg>
        <pc:spChg chg="del">
          <ac:chgData name="ASAD KHAN" userId="be12c95f7d6a9a38" providerId="LiveId" clId="{67E7CF59-C710-4E12-AED3-2F4D9779698B}" dt="2026-08-30T18:19:38.500" v="210" actId="478"/>
          <ac:spMkLst>
            <pc:docMk/>
            <pc:sldMk cId="0" sldId="275"/>
            <ac:spMk id="461" creationId="{00000000-0000-0000-0000-000000000000}"/>
          </ac:spMkLst>
        </pc:spChg>
        <pc:spChg chg="del">
          <ac:chgData name="ASAD KHAN" userId="be12c95f7d6a9a38" providerId="LiveId" clId="{67E7CF59-C710-4E12-AED3-2F4D9779698B}" dt="2026-08-30T18:19:38.500" v="210" actId="478"/>
          <ac:spMkLst>
            <pc:docMk/>
            <pc:sldMk cId="0" sldId="275"/>
            <ac:spMk id="466" creationId="{00000000-0000-0000-0000-000000000000}"/>
          </ac:spMkLst>
        </pc:spChg>
        <pc:graphicFrameChg chg="add mod modGraphic">
          <ac:chgData name="ASAD KHAN" userId="be12c95f7d6a9a38" providerId="LiveId" clId="{67E7CF59-C710-4E12-AED3-2F4D9779698B}" dt="2026-08-30T18:56:41.381" v="613" actId="2711"/>
          <ac:graphicFrameMkLst>
            <pc:docMk/>
            <pc:sldMk cId="0" sldId="275"/>
            <ac:graphicFrameMk id="46" creationId="{4B6EA312-CEB6-612B-40DD-328991C081AA}"/>
          </ac:graphicFrameMkLst>
        </pc:graphicFrameChg>
        <pc:graphicFrameChg chg="del modGraphic">
          <ac:chgData name="ASAD KHAN" userId="be12c95f7d6a9a38" providerId="LiveId" clId="{67E7CF59-C710-4E12-AED3-2F4D9779698B}" dt="2026-08-30T18:19:34.516" v="209" actId="478"/>
          <ac:graphicFrameMkLst>
            <pc:docMk/>
            <pc:sldMk cId="0" sldId="275"/>
            <ac:graphicFrameMk id="426" creationId="{00000000-0000-0000-0000-000000000000}"/>
          </ac:graphicFrameMkLst>
        </pc:graphicFrameChg>
        <pc:picChg chg="add del mod">
          <ac:chgData name="ASAD KHAN" userId="be12c95f7d6a9a38" providerId="LiveId" clId="{67E7CF59-C710-4E12-AED3-2F4D9779698B}" dt="2026-08-30T18:25:02.673" v="228" actId="478"/>
          <ac:picMkLst>
            <pc:docMk/>
            <pc:sldMk cId="0" sldId="275"/>
            <ac:picMk id="2" creationId="{B32CF538-DABE-0BA0-FBD3-DC72680AB252}"/>
          </ac:picMkLst>
        </pc:picChg>
        <pc:picChg chg="del">
          <ac:chgData name="ASAD KHAN" userId="be12c95f7d6a9a38" providerId="LiveId" clId="{67E7CF59-C710-4E12-AED3-2F4D9779698B}" dt="2026-08-30T18:15:37.772" v="207" actId="478"/>
          <ac:picMkLst>
            <pc:docMk/>
            <pc:sldMk cId="0" sldId="275"/>
            <ac:picMk id="423" creationId="{00000000-0000-0000-0000-000000000000}"/>
          </ac:picMkLst>
        </pc:picChg>
      </pc:sldChg>
      <pc:sldChg chg="new del">
        <pc:chgData name="ASAD KHAN" userId="be12c95f7d6a9a38" providerId="LiveId" clId="{67E7CF59-C710-4E12-AED3-2F4D9779698B}" dt="2026-08-30T18:32:45.455" v="328" actId="47"/>
        <pc:sldMkLst>
          <pc:docMk/>
          <pc:sldMk cId="1253474761" sldId="276"/>
        </pc:sldMkLst>
      </pc:sldChg>
      <pc:sldChg chg="modSp new mod">
        <pc:chgData name="ASAD KHAN" userId="be12c95f7d6a9a38" providerId="LiveId" clId="{67E7CF59-C710-4E12-AED3-2F4D9779698B}" dt="2026-08-30T19:01:48.369" v="670" actId="403"/>
        <pc:sldMkLst>
          <pc:docMk/>
          <pc:sldMk cId="1092422390" sldId="277"/>
        </pc:sldMkLst>
        <pc:spChg chg="mod">
          <ac:chgData name="ASAD KHAN" userId="be12c95f7d6a9a38" providerId="LiveId" clId="{67E7CF59-C710-4E12-AED3-2F4D9779698B}" dt="2026-08-30T18:56:58.030" v="616" actId="2711"/>
          <ac:spMkLst>
            <pc:docMk/>
            <pc:sldMk cId="1092422390" sldId="277"/>
            <ac:spMk id="2" creationId="{A2BF8C9C-5063-907A-C2DF-6EF13FE98691}"/>
          </ac:spMkLst>
        </pc:spChg>
        <pc:spChg chg="mod">
          <ac:chgData name="ASAD KHAN" userId="be12c95f7d6a9a38" providerId="LiveId" clId="{67E7CF59-C710-4E12-AED3-2F4D9779698B}" dt="2026-08-30T19:01:41.177" v="668" actId="403"/>
          <ac:spMkLst>
            <pc:docMk/>
            <pc:sldMk cId="1092422390" sldId="277"/>
            <ac:spMk id="3" creationId="{DBE32A02-259D-67B4-F88D-F1D9FD51B78F}"/>
          </ac:spMkLst>
        </pc:spChg>
        <pc:spChg chg="mod">
          <ac:chgData name="ASAD KHAN" userId="be12c95f7d6a9a38" providerId="LiveId" clId="{67E7CF59-C710-4E12-AED3-2F4D9779698B}" dt="2026-08-30T19:01:48.369" v="670" actId="403"/>
          <ac:spMkLst>
            <pc:docMk/>
            <pc:sldMk cId="1092422390" sldId="277"/>
            <ac:spMk id="4" creationId="{0DD13EFB-0B34-F784-D49A-1DE364B87843}"/>
          </ac:spMkLst>
        </pc:spChg>
      </pc:sldChg>
      <pc:sldChg chg="modSp new del">
        <pc:chgData name="ASAD KHAN" userId="be12c95f7d6a9a38" providerId="LiveId" clId="{67E7CF59-C710-4E12-AED3-2F4D9779698B}" dt="2026-08-30T18:56:51.523" v="615" actId="47"/>
        <pc:sldMkLst>
          <pc:docMk/>
          <pc:sldMk cId="1297111012" sldId="278"/>
        </pc:sldMkLst>
        <pc:spChg chg="mod">
          <ac:chgData name="ASAD KHAN" userId="be12c95f7d6a9a38" providerId="LiveId" clId="{67E7CF59-C710-4E12-AED3-2F4D9779698B}" dt="2026-08-30T18:40:17.363" v="445"/>
          <ac:spMkLst>
            <pc:docMk/>
            <pc:sldMk cId="1297111012" sldId="278"/>
            <ac:spMk id="2" creationId="{821815CF-8444-AAF3-496B-9BF522B2F186}"/>
          </ac:spMkLst>
        </pc:spChg>
        <pc:spChg chg="mod">
          <ac:chgData name="ASAD KHAN" userId="be12c95f7d6a9a38" providerId="LiveId" clId="{67E7CF59-C710-4E12-AED3-2F4D9779698B}" dt="2026-08-30T18:40:17.363" v="445"/>
          <ac:spMkLst>
            <pc:docMk/>
            <pc:sldMk cId="1297111012" sldId="278"/>
            <ac:spMk id="3" creationId="{A768D596-7067-470F-6FF8-DA9894F46B0D}"/>
          </ac:spMkLst>
        </pc:spChg>
        <pc:spChg chg="mod">
          <ac:chgData name="ASAD KHAN" userId="be12c95f7d6a9a38" providerId="LiveId" clId="{67E7CF59-C710-4E12-AED3-2F4D9779698B}" dt="2026-08-30T18:40:17.363" v="445"/>
          <ac:spMkLst>
            <pc:docMk/>
            <pc:sldMk cId="1297111012" sldId="278"/>
            <ac:spMk id="4" creationId="{6CDA2CB6-976B-7C9E-C6D3-121FD81DE4A7}"/>
          </ac:spMkLst>
        </pc:spChg>
      </pc:sldChg>
      <pc:sldChg chg="delSp modSp add mod setBg">
        <pc:chgData name="ASAD KHAN" userId="be12c95f7d6a9a38" providerId="LiveId" clId="{67E7CF59-C710-4E12-AED3-2F4D9779698B}" dt="2026-08-30T19:02:25.829" v="678" actId="478"/>
        <pc:sldMkLst>
          <pc:docMk/>
          <pc:sldMk cId="0" sldId="279"/>
        </pc:sldMkLst>
        <pc:spChg chg="del">
          <ac:chgData name="ASAD KHAN" userId="be12c95f7d6a9a38" providerId="LiveId" clId="{67E7CF59-C710-4E12-AED3-2F4D9779698B}" dt="2026-08-30T19:02:23.642" v="677" actId="478"/>
          <ac:spMkLst>
            <pc:docMk/>
            <pc:sldMk cId="0" sldId="279"/>
            <ac:spMk id="518" creationId="{00000000-0000-0000-0000-000000000000}"/>
          </ac:spMkLst>
        </pc:spChg>
        <pc:spChg chg="del">
          <ac:chgData name="ASAD KHAN" userId="be12c95f7d6a9a38" providerId="LiveId" clId="{67E7CF59-C710-4E12-AED3-2F4D9779698B}" dt="2026-08-30T19:02:25.829" v="678" actId="478"/>
          <ac:spMkLst>
            <pc:docMk/>
            <pc:sldMk cId="0" sldId="279"/>
            <ac:spMk id="519" creationId="{00000000-0000-0000-0000-000000000000}"/>
          </ac:spMkLst>
        </pc:spChg>
        <pc:spChg chg="del mod">
          <ac:chgData name="ASAD KHAN" userId="be12c95f7d6a9a38" providerId="LiveId" clId="{67E7CF59-C710-4E12-AED3-2F4D9779698B}" dt="2026-08-30T19:02:12.860" v="675"/>
          <ac:spMkLst>
            <pc:docMk/>
            <pc:sldMk cId="0" sldId="279"/>
            <ac:spMk id="520" creationId="{00000000-0000-0000-0000-000000000000}"/>
          </ac:spMkLst>
        </pc:spChg>
        <pc:picChg chg="del">
          <ac:chgData name="ASAD KHAN" userId="be12c95f7d6a9a38" providerId="LiveId" clId="{67E7CF59-C710-4E12-AED3-2F4D9779698B}" dt="2026-08-30T19:02:20.126" v="676" actId="478"/>
          <ac:picMkLst>
            <pc:docMk/>
            <pc:sldMk cId="0" sldId="279"/>
            <ac:picMk id="514" creationId="{00000000-0000-0000-0000-000000000000}"/>
          </ac:picMkLst>
        </pc:picChg>
        <pc:picChg chg="del">
          <ac:chgData name="ASAD KHAN" userId="be12c95f7d6a9a38" providerId="LiveId" clId="{67E7CF59-C710-4E12-AED3-2F4D9779698B}" dt="2026-08-30T19:02:05.696" v="671" actId="478"/>
          <ac:picMkLst>
            <pc:docMk/>
            <pc:sldMk cId="0" sldId="279"/>
            <ac:picMk id="515" creationId="{00000000-0000-0000-0000-000000000000}"/>
          </ac:picMkLst>
        </pc:picChg>
      </pc:sldChg>
      <pc:sldChg chg="add setBg">
        <pc:chgData name="ASAD KHAN" userId="be12c95f7d6a9a38" providerId="LiveId" clId="{67E7CF59-C710-4E12-AED3-2F4D9779698B}" dt="2026-08-30T18:39:05.649" v="424"/>
        <pc:sldMkLst>
          <pc:docMk/>
          <pc:sldMk cId="0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3B383-6A14-46AB-A7DE-742B15C33F9E}" type="datetimeFigureOut">
              <a:rPr lang="en-PK" smtClean="0"/>
              <a:t>30/08/2026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5007E-B1A3-4106-B116-89CDED5B7D8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539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33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64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6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33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466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278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362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47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8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47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20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56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6781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93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14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99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8771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1773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9172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3964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52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5809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531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45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114649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080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65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93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83790" y="699688"/>
            <a:ext cx="11201400" cy="188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 dirty="0">
                <a:solidFill>
                  <a:srgbClr val="0033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Generative Models vs Traditional AI-Driven Anomaly Detection in Large-Scale System Logs</a:t>
            </a:r>
            <a:endParaRPr dirty="0"/>
          </a:p>
        </p:txBody>
      </p:sp>
      <p:sp>
        <p:nvSpPr>
          <p:cNvPr id="85" name="Google Shape;85;p13"/>
          <p:cNvSpPr txBox="1"/>
          <p:nvPr/>
        </p:nvSpPr>
        <p:spPr>
          <a:xfrm>
            <a:off x="4592843" y="3336577"/>
            <a:ext cx="300631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5555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Comparative Study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612587" y="4093354"/>
            <a:ext cx="6966823" cy="1620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33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Muhammad Asad Mahmood Khan</a:t>
            </a:r>
            <a:r>
              <a:rPr lang="en-US" sz="1950" b="0" i="0" u="none" strike="noStrike" cap="none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[Roll No: 243260]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Program: MSAI-3 (Fall 2024)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Air University, Department of Creative Technologies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6248400"/>
            <a:ext cx="10668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762000" y="5715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Presentation Agenda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762000" y="1171575"/>
            <a:ext cx="10668000" cy="285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62000" y="6400800"/>
            <a:ext cx="147101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MSAI Thesis Defense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0964019" y="6400800"/>
            <a:ext cx="46598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Slide 2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19175" y="1583055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95375" y="1581150"/>
            <a:ext cx="47148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1. System Logs: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Definition &amp; Generation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19175" y="2120175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095375" y="2118270"/>
            <a:ext cx="47148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2. Log Anomalies: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Types &amp; Impact of Detection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19175" y="2657296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095375" y="2655391"/>
            <a:ext cx="47148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3. Detection Evolution &amp; Literature Review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019175" y="3194417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095375" y="3192512"/>
            <a:ext cx="47148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4. Problem Statement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19175" y="3731537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095375" y="3729632"/>
            <a:ext cx="47148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5. Research Questions (RQs)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019175" y="4268658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095375" y="4266753"/>
            <a:ext cx="47148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6. Research Objectives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6638925" y="1583055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715125" y="1581150"/>
            <a:ext cx="47148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7. Methodology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638925" y="2120175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6715125" y="2118270"/>
            <a:ext cx="47148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8. Dataset Strategy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638925" y="2657296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715125" y="2655391"/>
            <a:ext cx="47148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9. Experimental Setting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(Trad/DL/GenAI)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638925" y="3194417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6715125" y="3192512"/>
            <a:ext cx="47148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10. Results &amp; Synthesis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6638925" y="3731537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6715125" y="3729632"/>
            <a:ext cx="47148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11. Discussion on Results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6638925" y="4268658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715125" y="4266753"/>
            <a:ext cx="47148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12. Future Work &amp; Conclusion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749471" cy="5770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en-US" sz="315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System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15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15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ogs</a:t>
            </a:r>
            <a:endParaRPr sz="3150" b="1" dirty="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5186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they are, why they are generated, and what they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539496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System Logs?</a:t>
            </a:r>
          </a:p>
          <a:p>
            <a:pPr>
              <a:spcAft>
                <a:spcPts val="1000"/>
              </a:spcAft>
              <a:defRPr sz="15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of events and activities occurring in an operating system, server, network device, or application.</a:t>
            </a:r>
          </a:p>
          <a:p>
            <a:pPr>
              <a:spcAft>
                <a:spcPts val="1000"/>
              </a:spcAft>
              <a:defRPr sz="15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act like a “diary” of the computer, recording important events such as logins, errors, service starts, and device connections.</a:t>
            </a:r>
          </a:p>
          <a:p>
            <a:pPr>
              <a:spcAft>
                <a:spcPts val="1000"/>
              </a:spcAft>
              <a:defRPr sz="15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information includes timestamps, usernames, IP addresses, processes, event types, and success/failure status.</a:t>
            </a:r>
          </a:p>
          <a:p>
            <a:pPr>
              <a:spcBef>
                <a:spcPts val="1000"/>
              </a:spcBef>
              <a:defRPr sz="22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they generated?</a:t>
            </a:r>
          </a:p>
          <a:p>
            <a:pPr>
              <a:spcAft>
                <a:spcPts val="500"/>
              </a:spcAft>
              <a:defRPr sz="1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Troubleshooting — identify errors and failures.</a:t>
            </a:r>
          </a:p>
          <a:p>
            <a:pPr>
              <a:spcAft>
                <a:spcPts val="500"/>
              </a:spcAft>
              <a:defRPr sz="1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— detect suspicious or unauthorized activity.</a:t>
            </a:r>
          </a:p>
          <a:p>
            <a:pPr>
              <a:spcAft>
                <a:spcPts val="500"/>
              </a:spcAft>
              <a:defRPr sz="1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— observe system and service health.</a:t>
            </a:r>
          </a:p>
          <a:p>
            <a:pPr>
              <a:spcAft>
                <a:spcPts val="500"/>
              </a:spcAft>
              <a:defRPr sz="1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Auditing — track important changes and actions.</a:t>
            </a:r>
          </a:p>
          <a:p>
            <a:pPr>
              <a:spcAft>
                <a:spcPts val="500"/>
              </a:spcAft>
              <a:defRPr sz="14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 — reconstruct events after an incident.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349240" cy="382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Common Types</a:t>
            </a:r>
          </a:p>
          <a:p>
            <a:pPr>
              <a:spcAft>
                <a:spcPts val="600"/>
              </a:spcAft>
              <a:defRPr sz="14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logs — successful/failed logins and password changes.</a:t>
            </a:r>
          </a:p>
          <a:p>
            <a:pPr>
              <a:spcAft>
                <a:spcPts val="600"/>
              </a:spcAft>
              <a:defRPr sz="14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logs — application starts, errors, exceptions, and transactions.</a:t>
            </a:r>
          </a:p>
          <a:p>
            <a:pPr>
              <a:spcAft>
                <a:spcPts val="600"/>
              </a:spcAft>
              <a:defRPr sz="14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Operating-system logs — boot, shutdown, service, and hardware events.</a:t>
            </a:r>
          </a:p>
          <a:p>
            <a:pPr>
              <a:spcAft>
                <a:spcPts val="600"/>
              </a:spcAft>
              <a:defRPr sz="14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Security logs — suspicious activity, permission changes, malware, and firewall events.</a:t>
            </a:r>
          </a:p>
          <a:p>
            <a:pPr>
              <a:spcAft>
                <a:spcPts val="600"/>
              </a:spcAft>
              <a:defRPr sz="14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Network logs — connections, blocked traffic, DNS, VPN, and firewall activity.</a:t>
            </a:r>
          </a:p>
          <a:p>
            <a:pPr>
              <a:spcBef>
                <a:spcPts val="1000"/>
              </a:spcBef>
              <a:defRPr sz="22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spcBef>
                <a:spcPts val="400"/>
              </a:spcBef>
              <a:defRPr sz="1200">
                <a:latin typeface="Consola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20:15:42  SSH  Failed password  user=asad  source=192.168.1.50</a:t>
            </a:r>
          </a:p>
          <a:p>
            <a:pPr>
              <a:spcBef>
                <a:spcPts val="1200"/>
              </a:spcBef>
              <a:defRPr sz="14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Key idea: Logs help people and security tools understand what happened, when it happened, and often why.</a:t>
            </a:r>
          </a:p>
        </p:txBody>
      </p:sp>
      <p:sp>
        <p:nvSpPr>
          <p:cNvPr id="7" name="Google Shape;93;p14">
            <a:extLst>
              <a:ext uri="{FF2B5EF4-FFF2-40B4-BE49-F238E27FC236}">
                <a16:creationId xmlns:a16="http://schemas.microsoft.com/office/drawing/2014/main" id="{604A4C37-B1D0-30F4-FFA4-0687A1DE32D5}"/>
              </a:ext>
            </a:extLst>
          </p:cNvPr>
          <p:cNvSpPr/>
          <p:nvPr/>
        </p:nvSpPr>
        <p:spPr>
          <a:xfrm>
            <a:off x="594360" y="1361673"/>
            <a:ext cx="10668000" cy="285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3158365" cy="5770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en-US" sz="315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Log Anomalies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603723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Unusual, unexpected, or abnormal events and patterns found in system logs.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1545336"/>
            <a:ext cx="4992624" cy="179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Types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Frequency anomaly — too many or too few events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 anomaly — activity at an unusual time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Pattern anomaly — unexpected sequence of events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Volume anomaly — unusually large log/data volume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behavior anomaly — activity differs from normal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394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19088" y="1545336"/>
            <a:ext cx="4992624" cy="179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Important Types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IP/Location anomaly — unusual source or location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Error anomaly — sudden increase in errors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Security anomaly — activity suggesting an attack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Resource anomaly — unusual CPU, memory, or disk use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Configuration anomaly — unexpected system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11064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4105655"/>
            <a:ext cx="10661904" cy="66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Possible Brute-Force Attack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03:12 Failed login  →  03:13 Failed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sz="15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→  03:14 Failed login  →  03:15 Successful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3513" y="5559552"/>
            <a:ext cx="915449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anomalies help detect system failures, unusual behavior, and potential cybersecurity threats.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7706662" cy="5770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en-US" sz="315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Why is log anomaly detection important?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749121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Detecting abnormal log activity helps organizations identify threats and system problems early.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1545336"/>
            <a:ext cx="4992624" cy="151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Early Warning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Detects brute-force attacks and unauthorized access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Identifies malware and suspicious user behavior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early warning before damage increases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Enables faster security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19088" y="1545336"/>
            <a:ext cx="4992624" cy="151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&amp; Investigation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Finds errors, crashes, and service failures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monitoring of large log volumes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Shows what happened, when, and what was affected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incident investigation and auditing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110642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3922776"/>
            <a:ext cx="10661904" cy="66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Example</a:t>
            </a:r>
          </a:p>
          <a:p>
            <a:pPr>
              <a:spcBef>
                <a:spcPts val="400"/>
              </a:spcBef>
              <a:defRPr sz="1350">
                <a:solidFill>
                  <a:srgbClr val="334155"/>
                </a:solidFill>
                <a:latin typeface="Aptos"/>
              </a:defRPr>
            </a:pPr>
            <a:r>
              <a:rPr sz="15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Normal: 10 failed logins/day  →  Anomaly: 500 failed logins in 5 minutes  →  Alert &amp; investigation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8643" y="5404104"/>
            <a:ext cx="960423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anomaly detection helps organizations respond faster, reduce risk, and prevent serious damage.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BD75A6E-61B1-D3CF-6C75-20B830813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010693"/>
              </p:ext>
            </p:extLst>
          </p:nvPr>
        </p:nvGraphicFramePr>
        <p:xfrm>
          <a:off x="363794" y="1307690"/>
          <a:ext cx="11267765" cy="521656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3553">
                  <a:extLst>
                    <a:ext uri="{9D8B030D-6E8A-4147-A177-3AD203B41FA5}">
                      <a16:colId xmlns:a16="http://schemas.microsoft.com/office/drawing/2014/main" val="2683218430"/>
                    </a:ext>
                  </a:extLst>
                </a:gridCol>
                <a:gridCol w="2253553">
                  <a:extLst>
                    <a:ext uri="{9D8B030D-6E8A-4147-A177-3AD203B41FA5}">
                      <a16:colId xmlns:a16="http://schemas.microsoft.com/office/drawing/2014/main" val="2622344372"/>
                    </a:ext>
                  </a:extLst>
                </a:gridCol>
                <a:gridCol w="2253553">
                  <a:extLst>
                    <a:ext uri="{9D8B030D-6E8A-4147-A177-3AD203B41FA5}">
                      <a16:colId xmlns:a16="http://schemas.microsoft.com/office/drawing/2014/main" val="3871276800"/>
                    </a:ext>
                  </a:extLst>
                </a:gridCol>
                <a:gridCol w="2253553">
                  <a:extLst>
                    <a:ext uri="{9D8B030D-6E8A-4147-A177-3AD203B41FA5}">
                      <a16:colId xmlns:a16="http://schemas.microsoft.com/office/drawing/2014/main" val="3824576464"/>
                    </a:ext>
                  </a:extLst>
                </a:gridCol>
                <a:gridCol w="2253553">
                  <a:extLst>
                    <a:ext uri="{9D8B030D-6E8A-4147-A177-3AD203B41FA5}">
                      <a16:colId xmlns:a16="http://schemas.microsoft.com/office/drawing/2014/main" val="1770592670"/>
                    </a:ext>
                  </a:extLst>
                </a:gridCol>
              </a:tblGrid>
              <a:tr h="47489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Name &amp; Citation</a:t>
                      </a:r>
                      <a:endParaRPr lang="en-PK" sz="1400" b="1" dirty="0"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PK" sz="1400" b="1" dirty="0"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Anomaly</a:t>
                      </a:r>
                      <a:endParaRPr lang="en-PK" sz="1400" b="1" dirty="0"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 (Model/Method)</a:t>
                      </a:r>
                      <a:endParaRPr lang="en-PK" sz="1400" b="1" dirty="0"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 (Performance)</a:t>
                      </a:r>
                      <a:endParaRPr lang="en-PK" sz="1400" b="1" dirty="0">
                        <a:solidFill>
                          <a:srgbClr val="00336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extLst>
                  <a:ext uri="{0D108BD9-81ED-4DB2-BD59-A6C34878D82A}">
                    <a16:rowId xmlns:a16="http://schemas.microsoft.com/office/drawing/2014/main" val="2578665515"/>
                  </a:ext>
                </a:extLst>
              </a:tr>
              <a:tr h="58922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Detecting Large-Scale System Problems...</a:t>
                      </a:r>
                      <a:br>
                        <a:rPr lang="en-PK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PK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(Xu et al., 2009)</a:t>
                      </a:r>
                      <a:endParaRPr lang="en-PK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HDFS, Darkstar</a:t>
                      </a:r>
                      <a:endParaRPr lang="en-PK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PCA (Principal Component Analysis)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F1: ~0.93</a:t>
                      </a:r>
                      <a:endParaRPr lang="en-PK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extLst>
                  <a:ext uri="{0D108BD9-81ED-4DB2-BD59-A6C34878D82A}">
                    <a16:rowId xmlns:a16="http://schemas.microsoft.com/office/drawing/2014/main" val="2845899917"/>
                  </a:ext>
                </a:extLst>
              </a:tr>
              <a:tr h="58922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Mining Invariants from Console Logs...</a:t>
                      </a:r>
                      <a:b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(Lou et al., 2010)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Hadoop, HDFS</a:t>
                      </a:r>
                      <a:endParaRPr lang="en-PK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Invariant Mining (Unsupervised)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Recall: ~0.90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extLst>
                  <a:ext uri="{0D108BD9-81ED-4DB2-BD59-A6C34878D82A}">
                    <a16:rowId xmlns:a16="http://schemas.microsoft.com/office/drawing/2014/main" val="3018401227"/>
                  </a:ext>
                </a:extLst>
              </a:tr>
              <a:tr h="58922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Experience Report: System Log Analysis...</a:t>
                      </a:r>
                      <a:b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(He et al., 2016)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HDFS, BGL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</a:t>
                      </a:r>
                      <a:endParaRPr lang="en-PK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 Clustering, PCA, IM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F1: 0.88 - 0.95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extLst>
                  <a:ext uri="{0D108BD9-81ED-4DB2-BD59-A6C34878D82A}">
                    <a16:rowId xmlns:a16="http://schemas.microsoft.com/office/drawing/2014/main" val="3410228138"/>
                  </a:ext>
                </a:extLst>
              </a:tr>
              <a:tr h="58922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Isolation Forest (Applied to Logs)</a:t>
                      </a:r>
                      <a:b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(Liu et al., 2008)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HDFS, BGL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iForest</a:t>
                      </a:r>
                      <a:r>
                        <a:rPr lang="en-PK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(Tree-based Ensemble)</a:t>
                      </a:r>
                      <a:endParaRPr lang="en-PK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F1: ~0.73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extLst>
                  <a:ext uri="{0D108BD9-81ED-4DB2-BD59-A6C34878D82A}">
                    <a16:rowId xmlns:a16="http://schemas.microsoft.com/office/drawing/2014/main" val="425506911"/>
                  </a:ext>
                </a:extLst>
              </a:tr>
              <a:tr h="58922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DeepLog: Anomaly Detection...</a:t>
                      </a:r>
                      <a:b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(Du et al., 2017)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HDFS, OpenStack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(Next-Key Prediction)</a:t>
                      </a:r>
                      <a:endParaRPr lang="en-PK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F1: 0.96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extLst>
                  <a:ext uri="{0D108BD9-81ED-4DB2-BD59-A6C34878D82A}">
                    <a16:rowId xmlns:a16="http://schemas.microsoft.com/office/drawing/2014/main" val="2419556522"/>
                  </a:ext>
                </a:extLst>
              </a:tr>
              <a:tr h="738731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LogAnomaly: Unsupervised Detection...</a:t>
                      </a:r>
                      <a:b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(Meng et al., 2019)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HDFS, BGL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+ Template2Vec (Attention)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F1: 0.97</a:t>
                      </a:r>
                      <a:endParaRPr lang="en-PK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extLst>
                  <a:ext uri="{0D108BD9-81ED-4DB2-BD59-A6C34878D82A}">
                    <a16:rowId xmlns:a16="http://schemas.microsoft.com/office/drawing/2014/main" val="2442865498"/>
                  </a:ext>
                </a:extLst>
              </a:tr>
              <a:tr h="58922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 Log-based Anomaly Detection...</a:t>
                      </a:r>
                      <a:b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(Zhang et al., 2019)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HDFS, BGL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Bi-LSTM + Attention</a:t>
                      </a:r>
                      <a:endParaRPr lang="en-PK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F1: ~0.98</a:t>
                      </a:r>
                      <a:endParaRPr lang="en-PK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814" marR="83814" marT="67051" marB="67051" anchor="ctr"/>
                </a:tc>
                <a:extLst>
                  <a:ext uri="{0D108BD9-81ED-4DB2-BD59-A6C34878D82A}">
                    <a16:rowId xmlns:a16="http://schemas.microsoft.com/office/drawing/2014/main" val="9822186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158489-8C94-B522-AAB9-BB12346B5D64}"/>
              </a:ext>
            </a:extLst>
          </p:cNvPr>
          <p:cNvSpPr txBox="1"/>
          <p:nvPr/>
        </p:nvSpPr>
        <p:spPr>
          <a:xfrm>
            <a:off x="363793" y="625828"/>
            <a:ext cx="1081548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indent="0">
              <a:spcAft>
                <a:spcPts val="2250"/>
              </a:spcAft>
              <a:buNone/>
              <a:defRPr sz="3000" b="1"/>
            </a:pPr>
            <a:r>
              <a:rPr lang="en-US" sz="315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PK" sz="315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(Traditional ML &amp; Deep Learning)</a:t>
            </a:r>
          </a:p>
        </p:txBody>
      </p:sp>
    </p:spTree>
    <p:extLst>
      <p:ext uri="{BB962C8B-B14F-4D97-AF65-F5344CB8AC3E}">
        <p14:creationId xmlns:p14="http://schemas.microsoft.com/office/powerpoint/2010/main" val="326916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149055-E978-370F-FBC7-1AA0C5FDB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860288"/>
              </p:ext>
            </p:extLst>
          </p:nvPr>
        </p:nvGraphicFramePr>
        <p:xfrm>
          <a:off x="157315" y="1124172"/>
          <a:ext cx="11474245" cy="535385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94849">
                  <a:extLst>
                    <a:ext uri="{9D8B030D-6E8A-4147-A177-3AD203B41FA5}">
                      <a16:colId xmlns:a16="http://schemas.microsoft.com/office/drawing/2014/main" val="102976979"/>
                    </a:ext>
                  </a:extLst>
                </a:gridCol>
                <a:gridCol w="2294849">
                  <a:extLst>
                    <a:ext uri="{9D8B030D-6E8A-4147-A177-3AD203B41FA5}">
                      <a16:colId xmlns:a16="http://schemas.microsoft.com/office/drawing/2014/main" val="905101821"/>
                    </a:ext>
                  </a:extLst>
                </a:gridCol>
                <a:gridCol w="2294849">
                  <a:extLst>
                    <a:ext uri="{9D8B030D-6E8A-4147-A177-3AD203B41FA5}">
                      <a16:colId xmlns:a16="http://schemas.microsoft.com/office/drawing/2014/main" val="1022585069"/>
                    </a:ext>
                  </a:extLst>
                </a:gridCol>
                <a:gridCol w="2294849">
                  <a:extLst>
                    <a:ext uri="{9D8B030D-6E8A-4147-A177-3AD203B41FA5}">
                      <a16:colId xmlns:a16="http://schemas.microsoft.com/office/drawing/2014/main" val="210956973"/>
                    </a:ext>
                  </a:extLst>
                </a:gridCol>
                <a:gridCol w="2294849">
                  <a:extLst>
                    <a:ext uri="{9D8B030D-6E8A-4147-A177-3AD203B41FA5}">
                      <a16:colId xmlns:a16="http://schemas.microsoft.com/office/drawing/2014/main" val="284940448"/>
                    </a:ext>
                  </a:extLst>
                </a:gridCol>
              </a:tblGrid>
              <a:tr h="62806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Paper Name &amp; Citation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Anomaly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 (Model/Method)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750"/>
                        </a:spcBef>
                        <a:buNone/>
                      </a:pPr>
                      <a:r>
                        <a:rPr lang="en-PK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Result (Performance)</a:t>
                      </a:r>
                    </a:p>
                  </a:txBody>
                  <a:tcPr marL="99036" marR="99036" marT="79229" marB="79229" anchor="ctr"/>
                </a:tc>
                <a:extLst>
                  <a:ext uri="{0D108BD9-81ED-4DB2-BD59-A6C34878D82A}">
                    <a16:rowId xmlns:a16="http://schemas.microsoft.com/office/drawing/2014/main" val="1431025336"/>
                  </a:ext>
                </a:extLst>
              </a:tr>
              <a:tr h="976994"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LogBERT</a:t>
                      </a:r>
                      <a:r>
                        <a:rPr lang="en-PK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Log Anomaly Detection via BERT</a:t>
                      </a:r>
                      <a:br>
                        <a:rPr lang="en-PK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PK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(Guo et al., 2021)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HDFS, BGL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Binary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BERT (Masked Language Model)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F1: 0.993</a:t>
                      </a:r>
                    </a:p>
                  </a:txBody>
                  <a:tcPr marL="99036" marR="99036" marT="79229" marB="79229" anchor="ctr"/>
                </a:tc>
                <a:extLst>
                  <a:ext uri="{0D108BD9-81ED-4DB2-BD59-A6C34878D82A}">
                    <a16:rowId xmlns:a16="http://schemas.microsoft.com/office/drawing/2014/main" val="4247259047"/>
                  </a:ext>
                </a:extLst>
              </a:tr>
              <a:tr h="1174720"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LogGAN: A Generative Adversarial Network...</a:t>
                      </a:r>
                      <a:b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(Xia et al., 2020)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HDFS, BGL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Binary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LSTM-GAN (Generator-Discriminator)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F1: ~0.95</a:t>
                      </a:r>
                    </a:p>
                  </a:txBody>
                  <a:tcPr marL="99036" marR="99036" marT="79229" marB="79229" anchor="ctr"/>
                </a:tc>
                <a:extLst>
                  <a:ext uri="{0D108BD9-81ED-4DB2-BD59-A6C34878D82A}">
                    <a16:rowId xmlns:a16="http://schemas.microsoft.com/office/drawing/2014/main" val="1028099004"/>
                  </a:ext>
                </a:extLst>
              </a:tr>
              <a:tr h="779269"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LogPrompt: Prompt Engineering...</a:t>
                      </a:r>
                      <a:b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(Liu et al., 2023)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HDFS, BGL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Binary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LLM Prompting (ChatGPT/GPT-4)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F1: ~0.98+</a:t>
                      </a:r>
                    </a:p>
                  </a:txBody>
                  <a:tcPr marL="99036" marR="99036" marT="79229" marB="79229" anchor="ctr"/>
                </a:tc>
                <a:extLst>
                  <a:ext uri="{0D108BD9-81ED-4DB2-BD59-A6C34878D82A}">
                    <a16:rowId xmlns:a16="http://schemas.microsoft.com/office/drawing/2014/main" val="3853393778"/>
                  </a:ext>
                </a:extLst>
              </a:tr>
              <a:tr h="779269"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LSTM-Based VAE-GAN for Time-Series...</a:t>
                      </a:r>
                      <a:b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(Xu et al., 2020)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HDFS (Time Series)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Binary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VAE-GAN (Variational Autoencoder)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F1: ~0.94</a:t>
                      </a:r>
                    </a:p>
                  </a:txBody>
                  <a:tcPr marL="99036" marR="99036" marT="79229" marB="79229" anchor="ctr"/>
                </a:tc>
                <a:extLst>
                  <a:ext uri="{0D108BD9-81ED-4DB2-BD59-A6C34878D82A}">
                    <a16:rowId xmlns:a16="http://schemas.microsoft.com/office/drawing/2014/main" val="208442387"/>
                  </a:ext>
                </a:extLst>
              </a:tr>
              <a:tr h="976994"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Mask-Guided Anomaly Detection (FastLogAD)</a:t>
                      </a:r>
                      <a:b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(Lin et al., 2024)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HDFS, Thunderbird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Binary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Masked Generator (GenAI-based)</a:t>
                      </a:r>
                    </a:p>
                  </a:txBody>
                  <a:tcPr marL="99036" marR="99036" marT="79229" marB="79229" anchor="ctr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spcBef>
                          <a:spcPts val="750"/>
                        </a:spcBef>
                        <a:buNone/>
                      </a:pPr>
                      <a:r>
                        <a:rPr lang="en-PK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F1: ~0.99</a:t>
                      </a:r>
                    </a:p>
                  </a:txBody>
                  <a:tcPr marL="99036" marR="99036" marT="79229" marB="79229" anchor="ctr"/>
                </a:tc>
                <a:extLst>
                  <a:ext uri="{0D108BD9-81ED-4DB2-BD59-A6C34878D82A}">
                    <a16:rowId xmlns:a16="http://schemas.microsoft.com/office/drawing/2014/main" val="3066640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3040608-B910-03EF-3663-7D2651AA62AF}"/>
              </a:ext>
            </a:extLst>
          </p:cNvPr>
          <p:cNvSpPr txBox="1"/>
          <p:nvPr/>
        </p:nvSpPr>
        <p:spPr>
          <a:xfrm>
            <a:off x="353961" y="418514"/>
            <a:ext cx="6096000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indent="0">
              <a:spcAft>
                <a:spcPts val="2250"/>
              </a:spcAft>
              <a:buNone/>
              <a:defRPr sz="3000" b="1"/>
            </a:pPr>
            <a:r>
              <a:rPr lang="en-PK" sz="315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(Generative AI)</a:t>
            </a:r>
          </a:p>
        </p:txBody>
      </p:sp>
    </p:spTree>
    <p:extLst>
      <p:ext uri="{BB962C8B-B14F-4D97-AF65-F5344CB8AC3E}">
        <p14:creationId xmlns:p14="http://schemas.microsoft.com/office/powerpoint/2010/main" val="162338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39430-9037-896D-08DA-242B5C9E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000" b="1"/>
            </a:pPr>
            <a:r>
              <a:rPr lang="en-US" sz="3150" b="1" dirty="0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 </a:t>
            </a:r>
            <a:r>
              <a:rPr lang="en-PK" sz="3150" b="1" dirty="0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Problem Statement &amp; 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3DCFC-5313-E39B-B0AE-DBDC7D30C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11277600" cy="4708525"/>
          </a:xfrm>
        </p:spPr>
        <p:txBody>
          <a:bodyPr>
            <a:normAutofit/>
          </a:bodyPr>
          <a:lstStyle/>
          <a:p>
            <a:pPr marL="0" indent="0">
              <a:spcAft>
                <a:spcPts val="1125"/>
              </a:spcAft>
              <a:buNone/>
            </a:pPr>
            <a:r>
              <a:rPr lang="en-P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Functional Dichotomy</a:t>
            </a:r>
          </a:p>
          <a:p>
            <a:pPr lvl="0">
              <a:spcBef>
                <a:spcPts val="750"/>
              </a:spcBef>
              <a:spcAft>
                <a:spcPts val="1350"/>
              </a:spcAft>
              <a:buFont typeface="Arial" panose="020B0604020202020204" pitchFamily="34" charset="0"/>
              <a:buChar char="•"/>
            </a:pPr>
            <a:r>
              <a:rPr lang="en-P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Brittleness of Supervised ML:</a:t>
            </a:r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Traditional models (SVM, </a:t>
            </a:r>
            <a:r>
              <a:rPr lang="en-PK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achieve F1 &gt; 0.99 but require rigid manual feature extraction. They fail entirely when log syntax or system architectures change.</a:t>
            </a:r>
          </a:p>
          <a:p>
            <a:pPr lvl="0">
              <a:spcBef>
                <a:spcPts val="750"/>
              </a:spcBef>
              <a:spcAft>
                <a:spcPts val="1350"/>
              </a:spcAft>
              <a:buFont typeface="Arial" panose="020B0604020202020204" pitchFamily="34" charset="0"/>
              <a:buChar char="•"/>
            </a:pPr>
            <a:r>
              <a:rPr lang="en-P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Inefficacy of Unsupervised Baselines:</a:t>
            </a:r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Traditional unsupervised methods (e.g., Isolation Forest) struggle with sequential dependencies, yielding poor detection rates on unknown errors.</a:t>
            </a:r>
          </a:p>
          <a:p>
            <a:pPr marL="0" indent="0">
              <a:spcAft>
                <a:spcPts val="1125"/>
              </a:spcAft>
              <a:buNone/>
            </a:pPr>
            <a:r>
              <a:rPr lang="en-P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Critical Research Gap</a:t>
            </a:r>
          </a:p>
          <a:p>
            <a:pPr marL="0" indent="0">
              <a:spcAft>
                <a:spcPts val="1500"/>
              </a:spcAft>
              <a:buNone/>
            </a:pPr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literature benchmarks models on a single dataset (usually HDFS) in isolation. There is no proven, unified framework combining supervised accuracy with generalized, unsupervised flexibility across diverse architectures.</a:t>
            </a:r>
          </a:p>
          <a:p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565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6D2B1-869F-44D6-DB07-EF494B860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0849897" cy="1143000"/>
          </a:xfrm>
        </p:spPr>
        <p:txBody>
          <a:bodyPr>
            <a:normAutofit/>
          </a:bodyPr>
          <a:lstStyle/>
          <a:p>
            <a:pPr>
              <a:defRPr sz="2700" b="1">
                <a:solidFill>
                  <a:srgbClr val="0F172A"/>
                </a:solidFill>
                <a:latin typeface="Aptos"/>
              </a:defRPr>
            </a:pPr>
            <a:r>
              <a:rPr lang="en-US" sz="3150" b="1" dirty="0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 Neue"/>
              </a:rPr>
              <a:t>6. Research Questions &amp; Objectives</a:t>
            </a:r>
            <a:endParaRPr lang="en-PK" sz="3150" b="1" dirty="0">
              <a:solidFill>
                <a:srgbClr val="003366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97CB-9A2A-9BF0-5D75-0ADC73CAF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029200" cy="45259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33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 Questions (RQs)</a:t>
            </a:r>
            <a:endParaRPr lang="en-US" b="1" dirty="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r>
              <a:rPr lang="en-US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RQ1 (Generalization):</a:t>
            </a:r>
            <a:r>
              <a:rPr lang="en-US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 Generative AI models maintain consistent performance across heterogeneous systems (e.g., HDFS to Spark) compared to Traditional Supervised models?</a:t>
            </a:r>
            <a:endParaRPr lang="en-US" dirty="0"/>
          </a:p>
          <a:p>
            <a:r>
              <a:rPr lang="en-US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RQ2 (Automation &amp; Zero-Day):</a:t>
            </a:r>
            <a:r>
              <a:rPr lang="en-US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Generative Deep Learning eliminate manual feature engineering while outperforming traditional unsupervised baselines on unknown anomalies?</a:t>
            </a:r>
            <a:endParaRPr lang="en-US" dirty="0"/>
          </a:p>
          <a:p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6484C-0BC4-53A1-9088-67B725AE4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11761" y="1600199"/>
            <a:ext cx="5970639" cy="45259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33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 Objectives</a:t>
            </a:r>
            <a:endParaRPr lang="en-US" dirty="0"/>
          </a:p>
          <a:p>
            <a:r>
              <a:rPr lang="en-US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Benchmark Traditional ML:</a:t>
            </a:r>
            <a:r>
              <a:rPr lang="en-US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Evaluate limits of </a:t>
            </a:r>
            <a:r>
              <a:rPr lang="en-US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XGBoost</a:t>
            </a:r>
            <a:r>
              <a:rPr lang="en-US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/SVM and Isolation Forest on HDFS.</a:t>
            </a:r>
            <a:endParaRPr lang="en-US" dirty="0"/>
          </a:p>
          <a:p>
            <a:r>
              <a:rPr lang="en-US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Evaluate Deep Learning:</a:t>
            </a:r>
            <a:r>
              <a:rPr lang="en-US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Implement discriminative models (LSTM, GRU) on temporal sequences.</a:t>
            </a:r>
            <a:endParaRPr lang="en-US" dirty="0"/>
          </a:p>
          <a:p>
            <a:r>
              <a:rPr lang="en-US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Validate Generative AI:</a:t>
            </a:r>
            <a:r>
              <a:rPr lang="en-US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Develop normal-only models (LSTM-AE, VAE) to detect zero-day errors.</a:t>
            </a:r>
            <a:endParaRPr lang="en-US" dirty="0"/>
          </a:p>
          <a:p>
            <a:r>
              <a:rPr lang="en-US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Tri-Fold Comparative Study:</a:t>
            </a:r>
            <a:r>
              <a:rPr lang="en-US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Produce a cross-platform matrix across HDFS, Spark, and Hadoop.</a:t>
            </a: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93987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86E15-AFEA-8A94-2AE1-BF63F903D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0731910" cy="1143000"/>
          </a:xfrm>
        </p:spPr>
        <p:txBody>
          <a:bodyPr>
            <a:normAutofit/>
          </a:bodyPr>
          <a:lstStyle/>
          <a:p>
            <a:pPr>
              <a:defRPr sz="3000" b="1"/>
            </a:pPr>
            <a:r>
              <a:rPr lang="en-US" sz="3150" b="1" dirty="0">
                <a:solidFill>
                  <a:srgbClr val="003366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 Neue"/>
              </a:rPr>
              <a:t>7. Methodology (5-Phase Framework)</a:t>
            </a:r>
            <a:endParaRPr lang="en-PK" sz="3150" b="1" dirty="0">
              <a:solidFill>
                <a:srgbClr val="003366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04BE5-DC8C-22FD-2819-0429BF539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0368116" cy="452596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Multi-Source Dataset Collection: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Aggregating logs from HDFS (block data), Spark (task execution), and Hadoop setups.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Log Preprocessing &amp; Parsing: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Utilizing Drain Parser for template extraction, event ID mapping, and timestamp normalization.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Comparative Model Training: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Executing 3 distinct pipelines: Traditional ML, Deep Learning, and Generative Al.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Cross-Platform Testing: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Applying an 80/20 train-test split; evaluating models independently on unseen architectures.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Comparative Analysis: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Evaluating quantitative metrics alongside functional automation and zero-day capabilities.</a:t>
            </a:r>
            <a:endParaRPr lang="en-P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069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98F808DA-E5B4-4156-57B4-D2D0E2F756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206" y="122537"/>
            <a:ext cx="5447071" cy="62691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636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485900"/>
            <a:ext cx="3302049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5049" y="1485900"/>
            <a:ext cx="3302049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485900"/>
            <a:ext cx="3302049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2"/>
          <p:cNvSpPr txBox="1"/>
          <p:nvPr/>
        </p:nvSpPr>
        <p:spPr>
          <a:xfrm>
            <a:off x="762000" y="5715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>
              <a:spcBef>
                <a:spcPts val="0"/>
              </a:spcBef>
              <a:spcAft>
                <a:spcPts val="0"/>
              </a:spcAft>
              <a:buNone/>
              <a:defRPr sz="3000" b="1"/>
            </a:pPr>
            <a:r>
              <a:rPr lang="en-US" sz="315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8. Dataset Strategy</a:t>
            </a:r>
            <a:endParaRPr sz="3150" b="1" dirty="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762000" y="1171575"/>
            <a:ext cx="10668000" cy="285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1038065" y="1724025"/>
            <a:ext cx="280706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HDFS v1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1104900" y="2219325"/>
            <a:ext cx="267339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The "Gold Standard"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1104900" y="2775495"/>
            <a:ext cx="2959149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Contains over 575,000 block logs with labeled "Normal" and "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BlockCorrelation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" failures. Used to train and stringently benchmark all</a:t>
            </a: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initial model types.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4721114" y="1724025"/>
            <a:ext cx="280706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Apache Spark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4787949" y="2219325"/>
            <a:ext cx="267339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The Generalization Test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4787949" y="2775495"/>
            <a:ext cx="2959149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Contains highly complex, overlapping task execution logs. Used exclusively to evaluate inter-system transfer learning and architectural robustness.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8404164" y="1724025"/>
            <a:ext cx="280706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Hadoop / OpenStack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8470999" y="2219325"/>
            <a:ext cx="267339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Broader Validation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8470999" y="2775495"/>
            <a:ext cx="2807069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Broader system-level logs utilized for final cross-platform validation to ensure selected models do not memorize application-specific syntaxes.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"/>
          <p:cNvSpPr txBox="1"/>
          <p:nvPr/>
        </p:nvSpPr>
        <p:spPr>
          <a:xfrm>
            <a:off x="762000" y="5715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>
              <a:spcBef>
                <a:spcPts val="0"/>
              </a:spcBef>
              <a:spcAft>
                <a:spcPts val="0"/>
              </a:spcAft>
              <a:buNone/>
              <a:defRPr sz="3000" b="1"/>
            </a:pPr>
            <a:r>
              <a:rPr lang="en-US" sz="315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9. Experimental Setting (Comparative Pipelines)</a:t>
            </a:r>
            <a:endParaRPr sz="3150" b="1" dirty="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" name="Google Shape;317;p23"/>
          <p:cNvSpPr/>
          <p:nvPr/>
        </p:nvSpPr>
        <p:spPr>
          <a:xfrm>
            <a:off x="762000" y="1171575"/>
            <a:ext cx="10668000" cy="285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762000" y="1485900"/>
            <a:ext cx="346715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003366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Pipeline 1: Traditional ML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1" name="Google Shape;321;p23"/>
          <p:cNvSpPr txBox="1"/>
          <p:nvPr/>
        </p:nvSpPr>
        <p:spPr>
          <a:xfrm>
            <a:off x="4445049" y="1485900"/>
            <a:ext cx="346715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Pipeline 2: Deep Learning</a:t>
            </a:r>
            <a:endParaRPr b="1" dirty="0">
              <a:solidFill>
                <a:srgbClr val="00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2" name="Google Shape;322;p23"/>
          <p:cNvSpPr txBox="1"/>
          <p:nvPr/>
        </p:nvSpPr>
        <p:spPr>
          <a:xfrm>
            <a:off x="8128098" y="1411015"/>
            <a:ext cx="346715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Pipeline</a:t>
            </a:r>
            <a:r>
              <a:rPr lang="en-US" b="1" i="0" u="none" strike="noStrike" cap="none" dirty="0">
                <a:solidFill>
                  <a:srgbClr val="003366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3: Generative AI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682601" y="1863937"/>
            <a:ext cx="2968674" cy="354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Input: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Parsed Log Templates.</a:t>
            </a:r>
          </a:p>
          <a:p>
            <a:pPr>
              <a:lnSpc>
                <a:spcPct val="159944"/>
              </a:lnSpc>
            </a:pPr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Feature Eng: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Manual TF-IDF &amp; Event Count Matrices.</a:t>
            </a:r>
          </a:p>
          <a:p>
            <a:pPr>
              <a:lnSpc>
                <a:spcPct val="159944"/>
              </a:lnSpc>
            </a:pPr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Models: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XGBoost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, SVM, Random Forest, Isolation Forest.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9944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0" name="Google Shape;330;p23"/>
          <p:cNvSpPr txBox="1"/>
          <p:nvPr/>
        </p:nvSpPr>
        <p:spPr>
          <a:xfrm>
            <a:off x="4445049" y="1955588"/>
            <a:ext cx="2968674" cy="354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Input: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Tokenized Log Sequences.</a:t>
            </a:r>
          </a:p>
          <a:p>
            <a:pPr>
              <a:lnSpc>
                <a:spcPct val="159944"/>
              </a:lnSpc>
            </a:pPr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Method: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Supervised learning on temporal execution paths.</a:t>
            </a:r>
          </a:p>
          <a:p>
            <a:pPr>
              <a:lnSpc>
                <a:spcPct val="159944"/>
              </a:lnSpc>
            </a:pPr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Models: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LSTM, GRU, CNN, Bi-LSTM.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9944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6" name="Google Shape;336;p23"/>
          <p:cNvSpPr txBox="1"/>
          <p:nvPr/>
        </p:nvSpPr>
        <p:spPr>
          <a:xfrm>
            <a:off x="8128099" y="1762899"/>
            <a:ext cx="2968674" cy="354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Input: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Raw Log Embeddings.</a:t>
            </a:r>
          </a:p>
          <a:p>
            <a:pPr>
              <a:lnSpc>
                <a:spcPct val="159944"/>
              </a:lnSpc>
            </a:pPr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Method: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Unsupervised. Learns "normal" distribution only; flags deviations.</a:t>
            </a:r>
          </a:p>
          <a:p>
            <a:pPr>
              <a:lnSpc>
                <a:spcPct val="159944"/>
              </a:lnSpc>
            </a:pPr>
            <a:r>
              <a:rPr lang="en-US" b="1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Models: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LSTM-Autoencoder, VAE, GAN.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9944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/>
        </p:nvSpPr>
        <p:spPr>
          <a:xfrm>
            <a:off x="762000" y="5715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10a. Results: HDFS Baseline Evaluation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762000" y="1171575"/>
            <a:ext cx="10668000" cy="285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48" name="Google Shape;348;p24"/>
          <p:cNvSpPr txBox="1"/>
          <p:nvPr/>
        </p:nvSpPr>
        <p:spPr>
          <a:xfrm>
            <a:off x="762000" y="1485900"/>
            <a:ext cx="10668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Testing completed on 115,013 holdout instances (111,645 normal / 3,368 anomalies).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49" name="Google Shape;349;p24"/>
          <p:cNvGraphicFramePr/>
          <p:nvPr/>
        </p:nvGraphicFramePr>
        <p:xfrm>
          <a:off x="762000" y="2137320"/>
          <a:ext cx="10667950" cy="39349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8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0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5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33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33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33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33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Recall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33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F1-Score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33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ROC-AUC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XGBoost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Traditional ML (Sup)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99.85%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99.97%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99.91%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SVM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Traditional ML (Sup)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96.34%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99.94%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98.11%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LSTM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Deep Learning (Sup)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98.08%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99.88%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98.97%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LSTM-AE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Generative (Unsup)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72.32%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88.18%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79.46%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99.64%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Generative (Unsup)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69.44%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74.29%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71.78%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98.76%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2" name="Google Shape;352;p24"/>
          <p:cNvSpPr/>
          <p:nvPr/>
        </p:nvSpPr>
        <p:spPr>
          <a:xfrm>
            <a:off x="762000" y="2786806"/>
            <a:ext cx="1584424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762000" y="2146845"/>
            <a:ext cx="1584424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2346424" y="2786806"/>
            <a:ext cx="2859137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55" name="Google Shape;355;p24"/>
          <p:cNvSpPr/>
          <p:nvPr/>
        </p:nvSpPr>
        <p:spPr>
          <a:xfrm>
            <a:off x="2346424" y="2146845"/>
            <a:ext cx="2859137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56" name="Google Shape;356;p24"/>
          <p:cNvSpPr/>
          <p:nvPr/>
        </p:nvSpPr>
        <p:spPr>
          <a:xfrm>
            <a:off x="5205561" y="2786806"/>
            <a:ext cx="1627584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5205561" y="2146845"/>
            <a:ext cx="1627584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6833145" y="2786806"/>
            <a:ext cx="1341685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59" name="Google Shape;359;p24"/>
          <p:cNvSpPr/>
          <p:nvPr/>
        </p:nvSpPr>
        <p:spPr>
          <a:xfrm>
            <a:off x="6833145" y="2146845"/>
            <a:ext cx="1341685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8174831" y="2786806"/>
            <a:ext cx="1570285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8174831" y="2146845"/>
            <a:ext cx="1570285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9745116" y="2786806"/>
            <a:ext cx="1684883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9745116" y="2146845"/>
            <a:ext cx="1684883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762000" y="3450580"/>
            <a:ext cx="158442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2346424" y="3450580"/>
            <a:ext cx="28591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5205561" y="3450580"/>
            <a:ext cx="162758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6833145" y="3450580"/>
            <a:ext cx="134168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8174831" y="3450580"/>
            <a:ext cx="157028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9745116" y="3450580"/>
            <a:ext cx="168488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70" name="Google Shape;370;p24"/>
          <p:cNvSpPr/>
          <p:nvPr/>
        </p:nvSpPr>
        <p:spPr>
          <a:xfrm>
            <a:off x="762000" y="4100066"/>
            <a:ext cx="158442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71" name="Google Shape;371;p24"/>
          <p:cNvSpPr/>
          <p:nvPr/>
        </p:nvSpPr>
        <p:spPr>
          <a:xfrm>
            <a:off x="2346424" y="4100066"/>
            <a:ext cx="28591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72" name="Google Shape;372;p24"/>
          <p:cNvSpPr/>
          <p:nvPr/>
        </p:nvSpPr>
        <p:spPr>
          <a:xfrm>
            <a:off x="5205561" y="4100066"/>
            <a:ext cx="162758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73" name="Google Shape;373;p24"/>
          <p:cNvSpPr/>
          <p:nvPr/>
        </p:nvSpPr>
        <p:spPr>
          <a:xfrm>
            <a:off x="6833145" y="4100066"/>
            <a:ext cx="134168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74" name="Google Shape;374;p24"/>
          <p:cNvSpPr/>
          <p:nvPr/>
        </p:nvSpPr>
        <p:spPr>
          <a:xfrm>
            <a:off x="8174831" y="4100066"/>
            <a:ext cx="157028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75" name="Google Shape;375;p24"/>
          <p:cNvSpPr/>
          <p:nvPr/>
        </p:nvSpPr>
        <p:spPr>
          <a:xfrm>
            <a:off x="9745116" y="4100066"/>
            <a:ext cx="168488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76" name="Google Shape;376;p24"/>
          <p:cNvSpPr/>
          <p:nvPr/>
        </p:nvSpPr>
        <p:spPr>
          <a:xfrm>
            <a:off x="762000" y="4749551"/>
            <a:ext cx="158442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77" name="Google Shape;377;p24"/>
          <p:cNvSpPr/>
          <p:nvPr/>
        </p:nvSpPr>
        <p:spPr>
          <a:xfrm>
            <a:off x="2346424" y="4749551"/>
            <a:ext cx="28591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5205561" y="4749551"/>
            <a:ext cx="162758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6833145" y="4749551"/>
            <a:ext cx="134168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8174831" y="4749551"/>
            <a:ext cx="157028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9745116" y="4749551"/>
            <a:ext cx="168488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762000" y="5399037"/>
            <a:ext cx="158442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2346424" y="5399037"/>
            <a:ext cx="285913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5205561" y="5399037"/>
            <a:ext cx="162758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6833145" y="5399037"/>
            <a:ext cx="134168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86" name="Google Shape;386;p24"/>
          <p:cNvSpPr/>
          <p:nvPr/>
        </p:nvSpPr>
        <p:spPr>
          <a:xfrm>
            <a:off x="8174831" y="5399037"/>
            <a:ext cx="157028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9745116" y="5399037"/>
            <a:ext cx="168488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88" name="Google Shape;388;p24"/>
          <p:cNvSpPr/>
          <p:nvPr/>
        </p:nvSpPr>
        <p:spPr>
          <a:xfrm>
            <a:off x="762000" y="6043761"/>
            <a:ext cx="1584424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89" name="Google Shape;389;p24"/>
          <p:cNvSpPr/>
          <p:nvPr/>
        </p:nvSpPr>
        <p:spPr>
          <a:xfrm>
            <a:off x="2346424" y="6043761"/>
            <a:ext cx="2859137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5205561" y="6043761"/>
            <a:ext cx="1627584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91" name="Google Shape;391;p24"/>
          <p:cNvSpPr/>
          <p:nvPr/>
        </p:nvSpPr>
        <p:spPr>
          <a:xfrm>
            <a:off x="6833145" y="6043761"/>
            <a:ext cx="1341685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8174831" y="6043761"/>
            <a:ext cx="1570285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9745116" y="6043761"/>
            <a:ext cx="1684883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485900"/>
            <a:ext cx="5048250" cy="4363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85900"/>
            <a:ext cx="5048250" cy="363229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5"/>
          <p:cNvSpPr txBox="1"/>
          <p:nvPr/>
        </p:nvSpPr>
        <p:spPr>
          <a:xfrm>
            <a:off x="762000" y="5715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10b. Results: Spark &amp; Hadoop Evaluation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2" name="Google Shape;402;p25"/>
          <p:cNvSpPr/>
          <p:nvPr/>
        </p:nvSpPr>
        <p:spPr>
          <a:xfrm>
            <a:off x="762000" y="1171575"/>
            <a:ext cx="10668000" cy="285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05" name="Google Shape;405;p25"/>
          <p:cNvSpPr txBox="1"/>
          <p:nvPr/>
        </p:nvSpPr>
        <p:spPr>
          <a:xfrm>
            <a:off x="1104900" y="1724025"/>
            <a:ext cx="464058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Apache Spark Logs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6" name="Google Shape;406;p25"/>
          <p:cNvSpPr txBox="1"/>
          <p:nvPr/>
        </p:nvSpPr>
        <p:spPr>
          <a:xfrm>
            <a:off x="6724650" y="1724025"/>
            <a:ext cx="464058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Hadoop Logs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7" name="Google Shape;407;p25"/>
          <p:cNvSpPr txBox="1"/>
          <p:nvPr/>
        </p:nvSpPr>
        <p:spPr>
          <a:xfrm>
            <a:off x="1362075" y="2173605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8" name="Google Shape;408;p25"/>
          <p:cNvSpPr txBox="1"/>
          <p:nvPr/>
        </p:nvSpPr>
        <p:spPr>
          <a:xfrm>
            <a:off x="1438275" y="2171700"/>
            <a:ext cx="408622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Traditional ML: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Isolation forest achieved ROC-AUC 0.95, but F1 was only </a:t>
            </a: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0.04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. Random Forest peaked at F1 </a:t>
            </a: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0.44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" name="Google Shape;409;p25"/>
          <p:cNvSpPr txBox="1"/>
          <p:nvPr/>
        </p:nvSpPr>
        <p:spPr>
          <a:xfrm>
            <a:off x="1362075" y="3807737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" name="Google Shape;410;p25"/>
          <p:cNvSpPr txBox="1"/>
          <p:nvPr/>
        </p:nvSpPr>
        <p:spPr>
          <a:xfrm>
            <a:off x="1438275" y="3805832"/>
            <a:ext cx="40862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Deep Learning: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CNN achieved Recall 1.00 but Precision 0.09 (F1 </a:t>
            </a: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0.16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1" name="Google Shape;411;p25"/>
          <p:cNvSpPr txBox="1"/>
          <p:nvPr/>
        </p:nvSpPr>
        <p:spPr>
          <a:xfrm>
            <a:off x="1362075" y="4710529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2" name="Google Shape;412;p25"/>
          <p:cNvSpPr txBox="1"/>
          <p:nvPr/>
        </p:nvSpPr>
        <p:spPr>
          <a:xfrm>
            <a:off x="1438275" y="4708624"/>
            <a:ext cx="40862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Generative AI: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LSTM-AE generated 16,562 False Positives (F1 </a:t>
            </a: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0.05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3" name="Google Shape;413;p25"/>
          <p:cNvSpPr txBox="1"/>
          <p:nvPr/>
        </p:nvSpPr>
        <p:spPr>
          <a:xfrm>
            <a:off x="6981825" y="2173605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4" name="Google Shape;414;p25"/>
          <p:cNvSpPr txBox="1"/>
          <p:nvPr/>
        </p:nvSpPr>
        <p:spPr>
          <a:xfrm>
            <a:off x="7058025" y="2171700"/>
            <a:ext cx="40862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Traditional ML: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Random Forest achieved perfect metrics (F1 </a:t>
            </a: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1.00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5" name="Google Shape;415;p25"/>
          <p:cNvSpPr txBox="1"/>
          <p:nvPr/>
        </p:nvSpPr>
        <p:spPr>
          <a:xfrm>
            <a:off x="6981825" y="3076396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Google Shape;416;p25"/>
          <p:cNvSpPr txBox="1"/>
          <p:nvPr/>
        </p:nvSpPr>
        <p:spPr>
          <a:xfrm>
            <a:off x="7058025" y="3074491"/>
            <a:ext cx="40862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Deep Learning: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CNN recovered performance (F1 </a:t>
            </a: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0.91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7" name="Google Shape;417;p25"/>
          <p:cNvSpPr txBox="1"/>
          <p:nvPr/>
        </p:nvSpPr>
        <p:spPr>
          <a:xfrm>
            <a:off x="6981825" y="3979187"/>
            <a:ext cx="76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•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8" name="Google Shape;418;p25"/>
          <p:cNvSpPr txBox="1"/>
          <p:nvPr/>
        </p:nvSpPr>
        <p:spPr>
          <a:xfrm>
            <a:off x="7058025" y="3977282"/>
            <a:ext cx="40862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Generative AI: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 LSTM-AE dropped relative to HDFS, achieving F1 </a:t>
            </a:r>
            <a:r>
              <a:rPr lang="en-US" sz="1800" b="1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0.45</a:t>
            </a:r>
            <a:r>
              <a:rPr lang="en-US" sz="1800" b="0" i="0" u="none" strike="noStrike" cap="none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"/>
          <p:cNvSpPr txBox="1"/>
          <p:nvPr/>
        </p:nvSpPr>
        <p:spPr>
          <a:xfrm>
            <a:off x="762000" y="5715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10c. Overall Synthesis Matrix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5" name="Google Shape;425;p26"/>
          <p:cNvSpPr/>
          <p:nvPr/>
        </p:nvSpPr>
        <p:spPr>
          <a:xfrm>
            <a:off x="762000" y="1171575"/>
            <a:ext cx="10668000" cy="2857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" name="Content Placeholder 45">
            <a:extLst>
              <a:ext uri="{FF2B5EF4-FFF2-40B4-BE49-F238E27FC236}">
                <a16:creationId xmlns:a16="http://schemas.microsoft.com/office/drawing/2014/main" id="{4B6EA312-CEB6-612B-40DD-328991C081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6943653"/>
              </p:ext>
            </p:extLst>
          </p:nvPr>
        </p:nvGraphicFramePr>
        <p:xfrm>
          <a:off x="762000" y="1343025"/>
          <a:ext cx="10668000" cy="50980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32865">
                  <a:extLst>
                    <a:ext uri="{9D8B030D-6E8A-4147-A177-3AD203B41FA5}">
                      <a16:colId xmlns:a16="http://schemas.microsoft.com/office/drawing/2014/main" val="3656217168"/>
                    </a:ext>
                  </a:extLst>
                </a:gridCol>
                <a:gridCol w="4001467">
                  <a:extLst>
                    <a:ext uri="{9D8B030D-6E8A-4147-A177-3AD203B41FA5}">
                      <a16:colId xmlns:a16="http://schemas.microsoft.com/office/drawing/2014/main" val="1982595559"/>
                    </a:ext>
                  </a:extLst>
                </a:gridCol>
                <a:gridCol w="1214102">
                  <a:extLst>
                    <a:ext uri="{9D8B030D-6E8A-4147-A177-3AD203B41FA5}">
                      <a16:colId xmlns:a16="http://schemas.microsoft.com/office/drawing/2014/main" val="4030277859"/>
                    </a:ext>
                  </a:extLst>
                </a:gridCol>
                <a:gridCol w="1263333">
                  <a:extLst>
                    <a:ext uri="{9D8B030D-6E8A-4147-A177-3AD203B41FA5}">
                      <a16:colId xmlns:a16="http://schemas.microsoft.com/office/drawing/2014/main" val="3044342611"/>
                    </a:ext>
                  </a:extLst>
                </a:gridCol>
                <a:gridCol w="1556233">
                  <a:extLst>
                    <a:ext uri="{9D8B030D-6E8A-4147-A177-3AD203B41FA5}">
                      <a16:colId xmlns:a16="http://schemas.microsoft.com/office/drawing/2014/main" val="2518966805"/>
                    </a:ext>
                  </a:extLst>
                </a:gridCol>
              </a:tblGrid>
              <a:tr h="30903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HDFS F1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Spark F1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Hadoop F1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extLst>
                  <a:ext uri="{0D108BD9-81ED-4DB2-BD59-A6C34878D82A}">
                    <a16:rowId xmlns:a16="http://schemas.microsoft.com/office/drawing/2014/main" val="690936239"/>
                  </a:ext>
                </a:extLst>
              </a:tr>
              <a:tr h="3720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ML (Supervised)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0.9991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extLst>
                  <a:ext uri="{0D108BD9-81ED-4DB2-BD59-A6C34878D82A}">
                    <a16:rowId xmlns:a16="http://schemas.microsoft.com/office/drawing/2014/main" val="2866682691"/>
                  </a:ext>
                </a:extLst>
              </a:tr>
              <a:tr h="3720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ML (Supervised)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0.9811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extLst>
                  <a:ext uri="{0D108BD9-81ED-4DB2-BD59-A6C34878D82A}">
                    <a16:rowId xmlns:a16="http://schemas.microsoft.com/office/drawing/2014/main" val="1558474586"/>
                  </a:ext>
                </a:extLst>
              </a:tr>
              <a:tr h="3720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ML (Supervised)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extLst>
                  <a:ext uri="{0D108BD9-81ED-4DB2-BD59-A6C34878D82A}">
                    <a16:rowId xmlns:a16="http://schemas.microsoft.com/office/drawing/2014/main" val="2650653007"/>
                  </a:ext>
                </a:extLst>
              </a:tr>
              <a:tr h="3720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(Supervised)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0.9897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extLst>
                  <a:ext uri="{0D108BD9-81ED-4DB2-BD59-A6C34878D82A}">
                    <a16:rowId xmlns:a16="http://schemas.microsoft.com/office/drawing/2014/main" val="4209206213"/>
                  </a:ext>
                </a:extLst>
              </a:tr>
              <a:tr h="3720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GRU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(Supervised)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0.9899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extLst>
                  <a:ext uri="{0D108BD9-81ED-4DB2-BD59-A6C34878D82A}">
                    <a16:rowId xmlns:a16="http://schemas.microsoft.com/office/drawing/2014/main" val="1936193700"/>
                  </a:ext>
                </a:extLst>
              </a:tr>
              <a:tr h="3720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Classifier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(Supervised)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extLst>
                  <a:ext uri="{0D108BD9-81ED-4DB2-BD59-A6C34878D82A}">
                    <a16:rowId xmlns:a16="http://schemas.microsoft.com/office/drawing/2014/main" val="1548551051"/>
                  </a:ext>
                </a:extLst>
              </a:tr>
              <a:tr h="62514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Isolation Forest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ML (Unsupervised)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extLst>
                  <a:ext uri="{0D108BD9-81ED-4DB2-BD59-A6C34878D82A}">
                    <a16:rowId xmlns:a16="http://schemas.microsoft.com/office/drawing/2014/main" val="1659661482"/>
                  </a:ext>
                </a:extLst>
              </a:tr>
              <a:tr h="62514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One-Class SVM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ML (Unsupervised)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extLst>
                  <a:ext uri="{0D108BD9-81ED-4DB2-BD59-A6C34878D82A}">
                    <a16:rowId xmlns:a16="http://schemas.microsoft.com/office/drawing/2014/main" val="3900473419"/>
                  </a:ext>
                </a:extLst>
              </a:tr>
              <a:tr h="62514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Autoencoder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Generative / Unsupervised DL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0.7946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extLst>
                  <a:ext uri="{0D108BD9-81ED-4DB2-BD59-A6C34878D82A}">
                    <a16:rowId xmlns:a16="http://schemas.microsoft.com/office/drawing/2014/main" val="3044692012"/>
                  </a:ext>
                </a:extLst>
              </a:tr>
              <a:tr h="3720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VAE / LSTM-VAE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Generative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0.7178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extLst>
                  <a:ext uri="{0D108BD9-81ED-4DB2-BD59-A6C34878D82A}">
                    <a16:rowId xmlns:a16="http://schemas.microsoft.com/office/drawing/2014/main" val="2843653977"/>
                  </a:ext>
                </a:extLst>
              </a:tr>
              <a:tr h="30903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Generative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en-PK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PK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97" marR="20297" marT="13531" marB="13531" anchor="b"/>
                </a:tc>
                <a:extLst>
                  <a:ext uri="{0D108BD9-81ED-4DB2-BD59-A6C34878D82A}">
                    <a16:rowId xmlns:a16="http://schemas.microsoft.com/office/drawing/2014/main" val="42105742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75781-89D1-6FF3-77B5-ABC40BD08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046542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3366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11. Discussion on Results (Key Takeaways)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5EC9CAFC-EEC2-98E5-E823-E6797D033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184194" cy="45259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3366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1. The "HDFS Illusion”</a:t>
            </a:r>
          </a:p>
          <a:p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Nearly all evaluated models work exceptionally well on structured HDFS datasets (F1 &gt; 90%). This creates a false sense of security in the literature, making anomaly detection appear artificially solved.</a:t>
            </a:r>
          </a:p>
          <a:p>
            <a:r>
              <a:rPr lang="en-US" b="1" dirty="0">
                <a:solidFill>
                  <a:srgbClr val="003366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2. The "Spark Reality Check"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Complex, asynchronously overlapping Spark logs break almost every evaluated model (F1 &lt; 0.50). This proves a severe lack of true functional transferability in current supervised paradigms.</a:t>
            </a:r>
          </a:p>
          <a:p>
            <a:r>
              <a:rPr lang="en-US" b="1" dirty="0">
                <a:solidFill>
                  <a:srgbClr val="003366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3. The "Generative Struggle”</a:t>
            </a:r>
          </a:p>
          <a:p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Generative models successfully eliminate manual feature engineering and identify zero-day anomalies via strong ROC-AUC. However, they are highly noise-sensitive, leading to massive false positive rates on dynamic systems.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718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8C9C-5063-907A-C2DF-6EF13FE98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3366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12. Conclusion &amp; Future Work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32A02-259D-67B4-F88D-F1D9FD51B7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7806" y="1578077"/>
            <a:ext cx="4862051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(The Trade-Off)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ML: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Near-perfect on structured data, but entirely brittle and requires manual engineering.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DL: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manual extraction but remains highly volatile on noisy logs (e.g., Spark).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Al: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valuable zero-day baseline due to normal-only training, but low raw F1 limits standalone production readiness.</a:t>
            </a:r>
            <a:endParaRPr lang="en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13EFB-0B34-F784-D49A-1DE364B87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2143" y="1417638"/>
            <a:ext cx="5102941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Thresholding: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Extreme Value Theory (EVT) to adjust reconstruction thresholds and reduce false positives. 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Drift Mitigation: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 to adapt to evolving log formats in real-time.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Frameworks: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neuro-symbolic models combining ensemble precision with generative semantic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PK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422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9"/>
          <p:cNvSpPr txBox="1"/>
          <p:nvPr/>
        </p:nvSpPr>
        <p:spPr>
          <a:xfrm>
            <a:off x="2069562" y="1735484"/>
            <a:ext cx="805272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0033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Questions &amp; Discussion</a:t>
            </a:r>
            <a:endParaRPr/>
          </a:p>
        </p:txBody>
      </p:sp>
      <p:sp>
        <p:nvSpPr>
          <p:cNvPr id="517" name="Google Shape;517;p29"/>
          <p:cNvSpPr txBox="1"/>
          <p:nvPr/>
        </p:nvSpPr>
        <p:spPr>
          <a:xfrm>
            <a:off x="4059026" y="2726084"/>
            <a:ext cx="407394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5555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143</TotalTime>
  <Words>2114</Words>
  <Application>Microsoft Office PowerPoint</Application>
  <PresentationFormat>Widescreen</PresentationFormat>
  <Paragraphs>341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Arial</vt:lpstr>
      <vt:lpstr>Calibri</vt:lpstr>
      <vt:lpstr>Helvetica Neue</vt:lpstr>
      <vt:lpstr>Oswald SemiBold</vt:lpstr>
      <vt:lpstr>Times New Roman</vt:lpstr>
      <vt:lpstr>Univers Condensed Light</vt:lpstr>
      <vt:lpstr>Orange Experience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 Problem Statement &amp; Research Gap</vt:lpstr>
      <vt:lpstr>6. Research Questions &amp; Objectives</vt:lpstr>
      <vt:lpstr>7. Methodology (5-Phase Framework)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11. Discussion on Results (Key Takeaways)</vt:lpstr>
      <vt:lpstr>12. Conclusion &amp; Future Work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ASAD KHAN</dc:creator>
  <cp:keywords/>
  <dc:description>generated using python-pptx</dc:description>
  <cp:lastModifiedBy>ASAD KHAN</cp:lastModifiedBy>
  <cp:revision>2</cp:revision>
  <dcterms:created xsi:type="dcterms:W3CDTF">2013-01-27T09:14:16Z</dcterms:created>
  <dcterms:modified xsi:type="dcterms:W3CDTF">2026-08-30T19:02:42Z</dcterms:modified>
  <cp:category/>
</cp:coreProperties>
</file>